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00.xml" ContentType="application/vnd.openxmlformats-officedocument.drawingml.chart+xml"/>
  <Override PartName="/ppt/charts/chart101.xml" ContentType="application/vnd.openxmlformats-officedocument.drawingml.chart+xml"/>
  <Override PartName="/ppt/charts/chart102.xml" ContentType="application/vnd.openxmlformats-officedocument.drawingml.chart+xml"/>
  <Override PartName="/ppt/charts/chart103.xml" ContentType="application/vnd.openxmlformats-officedocument.drawingml.chart+xml"/>
  <Override PartName="/ppt/charts/chart104.xml" ContentType="application/vnd.openxmlformats-officedocument.drawingml.chart+xml"/>
  <Override PartName="/ppt/charts/chart105.xml" ContentType="application/vnd.openxmlformats-officedocument.drawingml.chart+xml"/>
  <Override PartName="/ppt/charts/chart106.xml" ContentType="application/vnd.openxmlformats-officedocument.drawingml.chart+xml"/>
  <Override PartName="/ppt/charts/chart107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charts/chart78.xml" ContentType="application/vnd.openxmlformats-officedocument.drawingml.chart+xml"/>
  <Override PartName="/ppt/charts/chart79.xml" ContentType="application/vnd.openxmlformats-officedocument.drawingml.chart+xml"/>
  <Override PartName="/ppt/charts/chart8.xml" ContentType="application/vnd.openxmlformats-officedocument.drawingml.chart+xml"/>
  <Override PartName="/ppt/charts/chart80.xml" ContentType="application/vnd.openxmlformats-officedocument.drawingml.chart+xml"/>
  <Override PartName="/ppt/charts/chart81.xml" ContentType="application/vnd.openxmlformats-officedocument.drawingml.chart+xml"/>
  <Override PartName="/ppt/charts/chart82.xml" ContentType="application/vnd.openxmlformats-officedocument.drawingml.chart+xml"/>
  <Override PartName="/ppt/charts/chart83.xml" ContentType="application/vnd.openxmlformats-officedocument.drawingml.chart+xml"/>
  <Override PartName="/ppt/charts/chart84.xml" ContentType="application/vnd.openxmlformats-officedocument.drawingml.chart+xml"/>
  <Override PartName="/ppt/charts/chart85.xml" ContentType="application/vnd.openxmlformats-officedocument.drawingml.chart+xml"/>
  <Override PartName="/ppt/charts/chart86.xml" ContentType="application/vnd.openxmlformats-officedocument.drawingml.chart+xml"/>
  <Override PartName="/ppt/charts/chart87.xml" ContentType="application/vnd.openxmlformats-officedocument.drawingml.chart+xml"/>
  <Override PartName="/ppt/charts/chart88.xml" ContentType="application/vnd.openxmlformats-officedocument.drawingml.chart+xml"/>
  <Override PartName="/ppt/charts/chart89.xml" ContentType="application/vnd.openxmlformats-officedocument.drawingml.chart+xml"/>
  <Override PartName="/ppt/charts/chart9.xml" ContentType="application/vnd.openxmlformats-officedocument.drawingml.chart+xml"/>
  <Override PartName="/ppt/charts/chart90.xml" ContentType="application/vnd.openxmlformats-officedocument.drawingml.chart+xml"/>
  <Override PartName="/ppt/charts/chart91.xml" ContentType="application/vnd.openxmlformats-officedocument.drawingml.chart+xml"/>
  <Override PartName="/ppt/charts/chart92.xml" ContentType="application/vnd.openxmlformats-officedocument.drawingml.chart+xml"/>
  <Override PartName="/ppt/charts/chart93.xml" ContentType="application/vnd.openxmlformats-officedocument.drawingml.chart+xml"/>
  <Override PartName="/ppt/charts/chart94.xml" ContentType="application/vnd.openxmlformats-officedocument.drawingml.chart+xml"/>
  <Override PartName="/ppt/charts/chart95.xml" ContentType="application/vnd.openxmlformats-officedocument.drawingml.chart+xml"/>
  <Override PartName="/ppt/charts/chart96.xml" ContentType="application/vnd.openxmlformats-officedocument.drawingml.chart+xml"/>
  <Override PartName="/ppt/charts/chart97.xml" ContentType="application/vnd.openxmlformats-officedocument.drawingml.chart+xml"/>
  <Override PartName="/ppt/charts/chart98.xml" ContentType="application/vnd.openxmlformats-officedocument.drawingml.chart+xml"/>
  <Override PartName="/ppt/charts/chart9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8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9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0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1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2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3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4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5.xlsx"/></Relationships>
</file>

<file path=ppt/charts/_rels/chart5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6.xlsx"/></Relationships>
</file>

<file path=ppt/charts/_rels/chart5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7.xlsx"/></Relationships>
</file>

<file path=ppt/charts/_rels/chart5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8.xlsx"/></Relationships>
</file>

<file path=ppt/charts/_rels/chart5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9.xlsx"/></Relationships>
</file>

<file path=ppt/charts/_rels/chart6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0.xlsx"/></Relationships>
</file>

<file path=ppt/charts/_rels/chart6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1.xlsx"/></Relationships>
</file>

<file path=ppt/charts/_rels/chart6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2.xlsx"/></Relationships>
</file>

<file path=ppt/charts/_rels/chart6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3.xlsx"/></Relationships>
</file>

<file path=ppt/charts/_rels/chart6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4.xlsx"/></Relationships>
</file>

<file path=ppt/charts/_rels/chart6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5.xlsx"/></Relationships>
</file>

<file path=ppt/charts/_rels/chart6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6.xlsx"/></Relationships>
</file>

<file path=ppt/charts/_rels/chart6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7.xlsx"/></Relationships>
</file>

<file path=ppt/charts/_rels/chart6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8.xlsx"/></Relationships>
</file>

<file path=ppt/charts/_rels/chart6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9.xlsx"/></Relationships>
</file>

<file path=ppt/charts/_rels/chart7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0.xlsx"/></Relationships>
</file>

<file path=ppt/charts/_rels/chart7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1.xlsx"/></Relationships>
</file>

<file path=ppt/charts/_rels/chart7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2.xlsx"/></Relationships>
</file>

<file path=ppt/charts/_rels/chart7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3.xlsx"/></Relationships>
</file>

<file path=ppt/charts/_rels/chart7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4.xlsx"/></Relationships>
</file>

<file path=ppt/charts/_rels/chart7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5.xlsx"/></Relationships>
</file>

<file path=ppt/charts/_rels/chart7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6.xlsx"/></Relationships>
</file>

<file path=ppt/charts/_rels/chart7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7.xlsx"/></Relationships>
</file>

<file path=ppt/charts/_rels/chart7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8.xlsx"/></Relationships>
</file>

<file path=ppt/charts/_rels/chart7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9.xlsx"/></Relationships>
</file>

<file path=ppt/charts/_rels/chart8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0.xlsx"/></Relationships>
</file>

<file path=ppt/charts/_rels/chart8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1.xlsx"/></Relationships>
</file>

<file path=ppt/charts/_rels/chart8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2.xlsx"/></Relationships>
</file>

<file path=ppt/charts/_rels/chart8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3.xlsx"/></Relationships>
</file>

<file path=ppt/charts/_rels/chart8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4.xlsx"/></Relationships>
</file>

<file path=ppt/charts/_rels/chart8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5.xlsx"/></Relationships>
</file>

<file path=ppt/charts/_rels/chart8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6.xlsx"/></Relationships>
</file>

<file path=ppt/charts/_rels/chart8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7.xlsx"/></Relationships>
</file>

<file path=ppt/charts/_rels/chart8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8.xlsx"/></Relationships>
</file>

<file path=ppt/charts/_rels/chart8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9.xlsx"/></Relationships>
</file>

<file path=ppt/charts/_rels/chart9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0.xlsx"/></Relationships>
</file>

<file path=ppt/charts/_rels/chart9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1.xlsx"/></Relationships>
</file>

<file path=ppt/charts/_rels/chart9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2.xlsx"/></Relationships>
</file>

<file path=ppt/charts/_rels/chart9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3.xlsx"/></Relationships>
</file>

<file path=ppt/charts/_rels/chart9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4.xlsx"/></Relationships>
</file>

<file path=ppt/charts/_rels/chart9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5.xlsx"/></Relationships>
</file>

<file path=ppt/charts/_rels/chart9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6.xlsx"/></Relationships>
</file>

<file path=ppt/charts/_rels/chart9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7.xlsx"/></Relationships>
</file>

<file path=ppt/charts/_rels/chart9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8.xlsx"/></Relationships>
</file>

<file path=ppt/charts/_rels/chart9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9.xlsx"/></Relationships>
</file>

<file path=ppt/charts/_rels/chart10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0.xlsx"/></Relationships>
</file>

<file path=ppt/charts/_rels/chart10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1.xlsx"/></Relationships>
</file>

<file path=ppt/charts/_rels/chart10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2.xlsx"/></Relationships>
</file>

<file path=ppt/charts/_rels/chart10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3.xlsx"/></Relationships>
</file>

<file path=ppt/charts/_rels/chart10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4.xlsx"/></Relationships>
</file>

<file path=ppt/charts/_rels/chart10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5.xlsx"/></Relationships>
</file>

<file path=ppt/charts/_rels/chart10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6.xlsx"/></Relationships>
</file>

<file path=ppt/charts/_rels/chart10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200"/>
          <c:y val="0.0300"/>
          <c:w val="0.7800"/>
          <c:h val="0.8600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達成率（%）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CTR（リンク）</c:v>
                </c:pt>
                <c:pt idx="1">
                  <c:v>ROAS</c:v>
                </c:pt>
                <c:pt idx="2">
                  <c:v>CPA</c:v>
                </c:pt>
              </c:strCache>
            </c:strRef>
          </c:cat>
          <c:val>
            <c:numRef>
              <c:f>Sheet1!$B$2:$B$4</c:f>
              <c:numCache>
                <c:formatCode>0.0"%"</c:formatCode>
                <c:ptCount val="3"/>
                <c:pt idx="0">
                  <c:v>92.59</c:v>
                </c:pt>
                <c:pt idx="1">
                  <c:v>97.91</c:v>
                </c:pt>
                <c:pt idx="2">
                  <c:v>92.11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00">
                  <a:latin typeface="游ゴシック" panose="020B0400000000000000" pitchFamily="34"/>
                  <a:ea typeface="游ゴシック" panose="020B0400000000000000" pitchFamily="34" charset="-128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 val="0"/>
        <c:axPos val="b"/>
        <c:majorGridlines>
          <c:spPr>
            <a:ln w="6350">
              <a:solidFill>
                <a:srgbClr val="D9DDE3"/>
              </a:solidFill>
            </a:ln>
          </c:spPr>
        </c:majorGridlines>
        <c:numFmt formatCode="0.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前月</c:v>
                </c:pt>
              </c:strCache>
            </c:strRef>
          </c:tx>
          <c:spPr>
            <a:solidFill>
              <a:srgbClr val="9DC3E6"/>
            </a:solidFill>
          </c:spPr>
          <c:cat>
            <c:strRef>
              <c:f>Sheet1!$A$2:$A$4</c:f>
              <c:strCache>
                <c:ptCount val="3"/>
                <c:pt idx="0">
                  <c:v>新規獲得_コンバージョン</c:v>
                </c:pt>
                <c:pt idx="1">
                  <c:v>リターゲティング</c:v>
                </c:pt>
                <c:pt idx="2">
                  <c:v>認知_動画</c:v>
                </c:pt>
              </c:strCache>
            </c:strRef>
          </c:cat>
          <c:val>
            <c:numRef>
              <c:f>Sheet1!$B$2:$B$4</c:f>
              <c:numCache>
                <c:formatCode>"¥"#,##0</c:formatCode>
                <c:ptCount val="3"/>
                <c:pt idx="0">
                  <c:v>1323152.0</c:v>
                </c:pt>
                <c:pt idx="1">
                  <c:v>507967.0</c:v>
                </c:pt>
                <c:pt idx="2">
                  <c:v>483367.0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今月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新規獲得_コンバージョン</c:v>
                </c:pt>
                <c:pt idx="1">
                  <c:v>リターゲティング</c:v>
                </c:pt>
                <c:pt idx="2">
                  <c:v>認知_動画</c:v>
                </c:pt>
              </c:strCache>
            </c:strRef>
          </c:cat>
          <c:val>
            <c:numRef>
              <c:f>Sheet1!$C$2:$C$4</c:f>
              <c:numCache>
                <c:formatCode>"¥"#,##0</c:formatCode>
                <c:ptCount val="3"/>
                <c:pt idx="0">
                  <c:v>1495232.0</c:v>
                </c:pt>
                <c:pt idx="1">
                  <c:v>526200.0</c:v>
                </c:pt>
                <c:pt idx="2">
                  <c:v>518979.0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500000.0"/>
      </c:valAx>
    </c:plotArea>
    <c:legend>
      <c:legendPos val="t"/>
      <c:overlay val="0"/>
      <c:txPr>
        <a:bodyPr/>
        <a:lstStyle/>
        <a:p>
          <a:pPr>
            <a:defRPr sz="900">
              <a:latin typeface="游ゴシック" panose="020B0400000000000000" pitchFamily="34"/>
              <a:ea typeface="游ゴシック" panose="020B0400000000000000" pitchFamily="34" charset="-128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前月</c:v>
                </c:pt>
              </c:strCache>
            </c:strRef>
          </c:tx>
          <c:spPr>
            <a:solidFill>
              <a:srgbClr val="9DC3E6"/>
            </a:solidFill>
          </c:spPr>
          <c:cat>
            <c:strRef>
              <c:f>Sheet1!$A$2:$A$4</c:f>
              <c:strCache>
                <c:ptCount val="3"/>
                <c:pt idx="0">
                  <c:v>新規獲得_コンバージョン</c:v>
                </c:pt>
                <c:pt idx="1">
                  <c:v>リターゲティング</c:v>
                </c:pt>
                <c:pt idx="2">
                  <c:v>認知_動画</c:v>
                </c:pt>
              </c:strCache>
            </c:strRef>
          </c:cat>
          <c:val>
            <c:numRef>
              <c:f>Sheet1!$B$2:$B$4</c:f>
              <c:numCache>
                <c:formatCode>"¥"#,##0</c:formatCode>
                <c:ptCount val="3"/>
                <c:pt idx="0">
                  <c:v>6271.0</c:v>
                </c:pt>
                <c:pt idx="1">
                  <c:v>2988.0</c:v>
                </c:pt>
                <c:pt idx="2">
                  <c:v>25440.0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今月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新規獲得_コンバージョン</c:v>
                </c:pt>
                <c:pt idx="1">
                  <c:v>リターゲティング</c:v>
                </c:pt>
                <c:pt idx="2">
                  <c:v>認知_動画</c:v>
                </c:pt>
              </c:strCache>
            </c:strRef>
          </c:cat>
          <c:val>
            <c:numRef>
              <c:f>Sheet1!$C$2:$C$4</c:f>
              <c:numCache>
                <c:formatCode>"¥"#,##0</c:formatCode>
                <c:ptCount val="3"/>
                <c:pt idx="0">
                  <c:v>5517.0</c:v>
                </c:pt>
                <c:pt idx="1">
                  <c:v>2447.0</c:v>
                </c:pt>
                <c:pt idx="2">
                  <c:v>15264.0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0.0"/>
      </c:valAx>
    </c:plotArea>
    <c:legend>
      <c:legendPos val="t"/>
      <c:overlay val="0"/>
      <c:txPr>
        <a:bodyPr/>
        <a:lstStyle/>
        <a:p>
          <a:pPr>
            <a:defRPr sz="900">
              <a:latin typeface="游ゴシック" panose="020B0400000000000000" pitchFamily="34"/>
              <a:ea typeface="游ゴシック" panose="020B0400000000000000" pitchFamily="34" charset="-128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76378.0</c:v>
                </c:pt>
                <c:pt idx="1">
                  <c:v>80764.0</c:v>
                </c:pt>
                <c:pt idx="2">
                  <c:v>82039.0</c:v>
                </c:pt>
                <c:pt idx="3">
                  <c:v>79563.0</c:v>
                </c:pt>
                <c:pt idx="4">
                  <c:v>85825.0</c:v>
                </c:pt>
                <c:pt idx="5">
                  <c:v>85136.0</c:v>
                </c:pt>
                <c:pt idx="6">
                  <c:v>71239.0</c:v>
                </c:pt>
                <c:pt idx="7">
                  <c:v>76068.0</c:v>
                </c:pt>
                <c:pt idx="8">
                  <c:v>79085.0</c:v>
                </c:pt>
                <c:pt idx="9">
                  <c:v>79462.0</c:v>
                </c:pt>
                <c:pt idx="10">
                  <c:v>78753.0</c:v>
                </c:pt>
                <c:pt idx="11">
                  <c:v>86829.0</c:v>
                </c:pt>
                <c:pt idx="12">
                  <c:v>82735.0</c:v>
                </c:pt>
                <c:pt idx="13">
                  <c:v>73312.0</c:v>
                </c:pt>
                <c:pt idx="14">
                  <c:v>80764.0</c:v>
                </c:pt>
                <c:pt idx="15">
                  <c:v>80993.0</c:v>
                </c:pt>
                <c:pt idx="16">
                  <c:v>81949.0</c:v>
                </c:pt>
                <c:pt idx="17">
                  <c:v>86167.0</c:v>
                </c:pt>
                <c:pt idx="18">
                  <c:v>111312.0</c:v>
                </c:pt>
                <c:pt idx="19">
                  <c:v>110729.0</c:v>
                </c:pt>
                <c:pt idx="20">
                  <c:v>95779.0</c:v>
                </c:pt>
                <c:pt idx="21">
                  <c:v>93085.0</c:v>
                </c:pt>
                <c:pt idx="22">
                  <c:v>95093.0</c:v>
                </c:pt>
                <c:pt idx="23">
                  <c:v>80456.0</c:v>
                </c:pt>
                <c:pt idx="24">
                  <c:v>87610.0</c:v>
                </c:pt>
                <c:pt idx="25">
                  <c:v>90893.0</c:v>
                </c:pt>
                <c:pt idx="26">
                  <c:v>86180.0</c:v>
                </c:pt>
                <c:pt idx="27">
                  <c:v>79829.0</c:v>
                </c:pt>
                <c:pt idx="28">
                  <c:v>80893.0</c:v>
                </c:pt>
                <c:pt idx="29">
                  <c:v>81491.0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5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375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13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20</c:v>
                </c:pt>
                <c:pt idx="5">
                  <c:v>17</c:v>
                </c:pt>
                <c:pt idx="6">
                  <c:v>11</c:v>
                </c:pt>
                <c:pt idx="7">
                  <c:v>13</c:v>
                </c:pt>
                <c:pt idx="8">
                  <c:v>17</c:v>
                </c:pt>
                <c:pt idx="9">
                  <c:v>15</c:v>
                </c:pt>
                <c:pt idx="10">
                  <c:v>17</c:v>
                </c:pt>
                <c:pt idx="11">
                  <c:v>18</c:v>
                </c:pt>
                <c:pt idx="12">
                  <c:v>16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18</c:v>
                </c:pt>
                <c:pt idx="17">
                  <c:v>20</c:v>
                </c:pt>
                <c:pt idx="18">
                  <c:v>33</c:v>
                </c:pt>
                <c:pt idx="19">
                  <c:v>32</c:v>
                </c:pt>
                <c:pt idx="20">
                  <c:v>22</c:v>
                </c:pt>
                <c:pt idx="21">
                  <c:v>16</c:v>
                </c:pt>
                <c:pt idx="22">
                  <c:v>25</c:v>
                </c:pt>
                <c:pt idx="23">
                  <c:v>14</c:v>
                </c:pt>
                <c:pt idx="24">
                  <c:v>15</c:v>
                </c:pt>
                <c:pt idx="25">
                  <c:v>15</c:v>
                </c:pt>
                <c:pt idx="26">
                  <c:v>19</c:v>
                </c:pt>
                <c:pt idx="27">
                  <c:v>10</c:v>
                </c:pt>
                <c:pt idx="28">
                  <c:v>16</c:v>
                </c:pt>
                <c:pt idx="29">
                  <c:v>15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4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CPA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circle"/>
            <c:size val="5"/>
            <c:spPr>
              <a:solidFill>
                <a:srgbClr val="C55A11"/>
              </a:solidFill>
              <a:ln>
                <a:solidFill>
                  <a:srgbClr val="C55A11"/>
                </a:solidFill>
              </a:ln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5875.0</c:v>
                </c:pt>
                <c:pt idx="1">
                  <c:v>5048.0</c:v>
                </c:pt>
                <c:pt idx="2">
                  <c:v>5127.0</c:v>
                </c:pt>
                <c:pt idx="3">
                  <c:v>4973.0</c:v>
                </c:pt>
                <c:pt idx="4">
                  <c:v>4291.0</c:v>
                </c:pt>
                <c:pt idx="5">
                  <c:v>5008.0</c:v>
                </c:pt>
                <c:pt idx="6">
                  <c:v>6476.0</c:v>
                </c:pt>
                <c:pt idx="7">
                  <c:v>5851.0</c:v>
                </c:pt>
                <c:pt idx="8">
                  <c:v>4652.0</c:v>
                </c:pt>
                <c:pt idx="9">
                  <c:v>5297.0</c:v>
                </c:pt>
                <c:pt idx="10">
                  <c:v>4633.0</c:v>
                </c:pt>
                <c:pt idx="11">
                  <c:v>4824.0</c:v>
                </c:pt>
                <c:pt idx="12">
                  <c:v>5171.0</c:v>
                </c:pt>
                <c:pt idx="13">
                  <c:v>5237.0</c:v>
                </c:pt>
                <c:pt idx="14">
                  <c:v>5384.0</c:v>
                </c:pt>
                <c:pt idx="15">
                  <c:v>5062.0</c:v>
                </c:pt>
                <c:pt idx="16">
                  <c:v>4553.0</c:v>
                </c:pt>
                <c:pt idx="17">
                  <c:v>4308.0</c:v>
                </c:pt>
                <c:pt idx="18">
                  <c:v>3373.0</c:v>
                </c:pt>
                <c:pt idx="19">
                  <c:v>3460.0</c:v>
                </c:pt>
                <c:pt idx="20">
                  <c:v>4354.0</c:v>
                </c:pt>
                <c:pt idx="21">
                  <c:v>5818.0</c:v>
                </c:pt>
                <c:pt idx="22">
                  <c:v>3804.0</c:v>
                </c:pt>
                <c:pt idx="23">
                  <c:v>5747.0</c:v>
                </c:pt>
                <c:pt idx="24">
                  <c:v>5841.0</c:v>
                </c:pt>
                <c:pt idx="25">
                  <c:v>6060.0</c:v>
                </c:pt>
                <c:pt idx="26">
                  <c:v>4536.0</c:v>
                </c:pt>
                <c:pt idx="27">
                  <c:v>7983.0</c:v>
                </c:pt>
                <c:pt idx="28">
                  <c:v>5056.0</c:v>
                </c:pt>
                <c:pt idx="29">
                  <c:v>5433.0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1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18791784"/>
        <c:crosses val="autoZero"/>
        <c:majorUnit val="2500.0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ln w="25400">
              <a:solidFill>
                <a:srgbClr val="70AD47"/>
              </a:solidFill>
            </a:ln>
          </c:spPr>
          <c:marker>
            <c:symbol val="circle"/>
            <c:size val="5"/>
            <c:spPr>
              <a:solidFill>
                <a:srgbClr val="70AD47"/>
              </a:solidFill>
              <a:ln>
                <a:solidFill>
                  <a:srgbClr val="70AD47"/>
                </a:solidFill>
              </a:ln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0.00</c:formatCode>
                <c:ptCount val="30"/>
                <c:pt idx="0">
                  <c:v>1.18</c:v>
                </c:pt>
                <c:pt idx="1">
                  <c:v>1.45</c:v>
                </c:pt>
                <c:pt idx="2">
                  <c:v>1.42</c:v>
                </c:pt>
                <c:pt idx="3">
                  <c:v>1.42</c:v>
                </c:pt>
                <c:pt idx="4">
                  <c:v>1.7</c:v>
                </c:pt>
                <c:pt idx="5">
                  <c:v>1.44</c:v>
                </c:pt>
                <c:pt idx="6">
                  <c:v>1.11</c:v>
                </c:pt>
                <c:pt idx="7">
                  <c:v>1.27</c:v>
                </c:pt>
                <c:pt idx="8">
                  <c:v>1.57</c:v>
                </c:pt>
                <c:pt idx="9">
                  <c:v>1.38</c:v>
                </c:pt>
                <c:pt idx="10">
                  <c:v>1.55</c:v>
                </c:pt>
                <c:pt idx="11">
                  <c:v>1.47</c:v>
                </c:pt>
                <c:pt idx="12">
                  <c:v>1.41</c:v>
                </c:pt>
                <c:pt idx="13">
                  <c:v>1.43</c:v>
                </c:pt>
                <c:pt idx="14">
                  <c:v>1.29</c:v>
                </c:pt>
                <c:pt idx="15">
                  <c:v>1.42</c:v>
                </c:pt>
                <c:pt idx="16">
                  <c:v>1.58</c:v>
                </c:pt>
                <c:pt idx="17">
                  <c:v>1.59</c:v>
                </c:pt>
                <c:pt idx="18">
                  <c:v>2.21</c:v>
                </c:pt>
                <c:pt idx="19">
                  <c:v>2.11</c:v>
                </c:pt>
                <c:pt idx="20">
                  <c:v>1.64</c:v>
                </c:pt>
                <c:pt idx="21">
                  <c:v>1.21</c:v>
                </c:pt>
                <c:pt idx="22">
                  <c:v>1.82</c:v>
                </c:pt>
                <c:pt idx="23">
                  <c:v>1.23</c:v>
                </c:pt>
                <c:pt idx="24">
                  <c:v>1.2</c:v>
                </c:pt>
                <c:pt idx="25">
                  <c:v>1.16</c:v>
                </c:pt>
                <c:pt idx="26">
                  <c:v>1.53</c:v>
                </c:pt>
                <c:pt idx="27">
                  <c:v>0.9</c:v>
                </c:pt>
                <c:pt idx="28">
                  <c:v>1.39</c:v>
                </c:pt>
                <c:pt idx="29">
                  <c:v>1.33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18791784"/>
        <c:crosses val="autoZero"/>
        <c:majorUnit val="0.625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CTR（リンク）%</c:v>
                </c:pt>
              </c:strCache>
            </c:strRef>
          </c:tx>
          <c:spPr>
            <a:ln w="25400">
              <a:solidFill>
                <a:srgbClr val="2E75B6"/>
              </a:solidFill>
            </a:ln>
          </c:spPr>
          <c:marker>
            <c:symbol val="circle"/>
            <c:size val="5"/>
            <c:spPr>
              <a:solidFill>
                <a:srgbClr val="2E75B6"/>
              </a:solidFill>
              <a:ln>
                <a:solidFill>
                  <a:srgbClr val="2E75B6"/>
                </a:solidFill>
              </a:ln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0.0"%"</c:formatCode>
                <c:ptCount val="30"/>
                <c:pt idx="0">
                  <c:v>0.92</c:v>
                </c:pt>
                <c:pt idx="1">
                  <c:v>0.92</c:v>
                </c:pt>
                <c:pt idx="2">
                  <c:v>0.91</c:v>
                </c:pt>
                <c:pt idx="3">
                  <c:v>0.91</c:v>
                </c:pt>
                <c:pt idx="4">
                  <c:v>0.87</c:v>
                </c:pt>
                <c:pt idx="5">
                  <c:v>0.89</c:v>
                </c:pt>
                <c:pt idx="6">
                  <c:v>0.91</c:v>
                </c:pt>
                <c:pt idx="7">
                  <c:v>0.89</c:v>
                </c:pt>
                <c:pt idx="8">
                  <c:v>0.95</c:v>
                </c:pt>
                <c:pt idx="9">
                  <c:v>0.9</c:v>
                </c:pt>
                <c:pt idx="10">
                  <c:v>0.93</c:v>
                </c:pt>
                <c:pt idx="11">
                  <c:v>0.93</c:v>
                </c:pt>
                <c:pt idx="12">
                  <c:v>0.93</c:v>
                </c:pt>
                <c:pt idx="13">
                  <c:v>0.94</c:v>
                </c:pt>
                <c:pt idx="14">
                  <c:v>0.96</c:v>
                </c:pt>
                <c:pt idx="15">
                  <c:v>0.95</c:v>
                </c:pt>
                <c:pt idx="16">
                  <c:v>0.96</c:v>
                </c:pt>
                <c:pt idx="17">
                  <c:v>0.96</c:v>
                </c:pt>
                <c:pt idx="18">
                  <c:v>0.96</c:v>
                </c:pt>
                <c:pt idx="19">
                  <c:v>0.92</c:v>
                </c:pt>
                <c:pt idx="20">
                  <c:v>0.95</c:v>
                </c:pt>
                <c:pt idx="21">
                  <c:v>0.92</c:v>
                </c:pt>
                <c:pt idx="22">
                  <c:v>0.97</c:v>
                </c:pt>
                <c:pt idx="23">
                  <c:v>0.93</c:v>
                </c:pt>
                <c:pt idx="24">
                  <c:v>0.91</c:v>
                </c:pt>
                <c:pt idx="25">
                  <c:v>0.93</c:v>
                </c:pt>
                <c:pt idx="26">
                  <c:v>0.87</c:v>
                </c:pt>
                <c:pt idx="27">
                  <c:v>0.92</c:v>
                </c:pt>
                <c:pt idx="28">
                  <c:v>0.95</c:v>
                </c:pt>
                <c:pt idx="29">
                  <c:v>0.91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CVR %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circle"/>
            <c:size val="5"/>
            <c:spPr>
              <a:solidFill>
                <a:srgbClr val="C55A11"/>
              </a:solidFill>
              <a:ln>
                <a:solidFill>
                  <a:srgbClr val="C55A11"/>
                </a:solidFill>
              </a:ln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Sheet1!$C$2:$C$31</c:f>
              <c:numCache>
                <c:formatCode>0.0"%"</c:formatCode>
                <c:ptCount val="30"/>
                <c:pt idx="0">
                  <c:v>2.22</c:v>
                </c:pt>
                <c:pt idx="1">
                  <c:v>2.58</c:v>
                </c:pt>
                <c:pt idx="2">
                  <c:v>2.71</c:v>
                </c:pt>
                <c:pt idx="3">
                  <c:v>2.68</c:v>
                </c:pt>
                <c:pt idx="4">
                  <c:v>3.19</c:v>
                </c:pt>
                <c:pt idx="5">
                  <c:v>2.68</c:v>
                </c:pt>
                <c:pt idx="6">
                  <c:v>2.04</c:v>
                </c:pt>
                <c:pt idx="7">
                  <c:v>2.3</c:v>
                </c:pt>
                <c:pt idx="8">
                  <c:v>2.81</c:v>
                </c:pt>
                <c:pt idx="9">
                  <c:v>2.52</c:v>
                </c:pt>
                <c:pt idx="10">
                  <c:v>2.84</c:v>
                </c:pt>
                <c:pt idx="11">
                  <c:v>2.7</c:v>
                </c:pt>
                <c:pt idx="12">
                  <c:v>2.5</c:v>
                </c:pt>
                <c:pt idx="13">
                  <c:v>2.46</c:v>
                </c:pt>
                <c:pt idx="14">
                  <c:v>2.32</c:v>
                </c:pt>
                <c:pt idx="15">
                  <c:v>2.52</c:v>
                </c:pt>
                <c:pt idx="16">
                  <c:v>2.79</c:v>
                </c:pt>
                <c:pt idx="17">
                  <c:v>2.96</c:v>
                </c:pt>
                <c:pt idx="18">
                  <c:v>3.83</c:v>
                </c:pt>
                <c:pt idx="19">
                  <c:v>3.76</c:v>
                </c:pt>
                <c:pt idx="20">
                  <c:v>2.89</c:v>
                </c:pt>
                <c:pt idx="21">
                  <c:v>2.19</c:v>
                </c:pt>
                <c:pt idx="22">
                  <c:v>3.23</c:v>
                </c:pt>
                <c:pt idx="23">
                  <c:v>2.2</c:v>
                </c:pt>
                <c:pt idx="24">
                  <c:v>2.31</c:v>
                </c:pt>
                <c:pt idx="25">
                  <c:v>2.13</c:v>
                </c:pt>
                <c:pt idx="26">
                  <c:v>2.99</c:v>
                </c:pt>
                <c:pt idx="27">
                  <c:v>1.64</c:v>
                </c:pt>
                <c:pt idx="28">
                  <c:v>2.51</c:v>
                </c:pt>
                <c:pt idx="29">
                  <c:v>2.44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5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0.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18791784"/>
        <c:crosses val="autoZero"/>
        <c:majorUnit val="1.25"/>
      </c:valAx>
    </c:plotArea>
    <c:legend>
      <c:legendPos val="t"/>
      <c:layout/>
      <c:overlay val="0"/>
      <c:txPr>
        <a:bodyPr/>
        <a:lstStyle/>
        <a:p>
          <a:pPr>
            <a:defRPr sz="900">
              <a:latin typeface="游ゴシック" panose="020B0400000000000000" pitchFamily="34"/>
              <a:ea typeface="游ゴシック" panose="020B0400000000000000" pitchFamily="34" charset="-128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CPC</c:v>
                </c:pt>
              </c:strCache>
            </c:strRef>
          </c:tx>
          <c:spPr>
            <a:ln w="25400">
              <a:solidFill>
                <a:srgbClr val="1F3864"/>
              </a:solidFill>
            </a:ln>
          </c:spPr>
          <c:marker>
            <c:symbol val="circle"/>
            <c:size val="5"/>
            <c:spPr>
              <a:solidFill>
                <a:srgbClr val="1F3864"/>
              </a:solidFill>
              <a:ln>
                <a:solidFill>
                  <a:srgbClr val="1F3864"/>
                </a:solidFill>
              </a:ln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131.0</c:v>
                </c:pt>
                <c:pt idx="1">
                  <c:v>130.0</c:v>
                </c:pt>
                <c:pt idx="2">
                  <c:v>139.0</c:v>
                </c:pt>
                <c:pt idx="3">
                  <c:v>133.0</c:v>
                </c:pt>
                <c:pt idx="4">
                  <c:v>137.0</c:v>
                </c:pt>
                <c:pt idx="5">
                  <c:v>134.0</c:v>
                </c:pt>
                <c:pt idx="6">
                  <c:v>132.0</c:v>
                </c:pt>
                <c:pt idx="7">
                  <c:v>135.0</c:v>
                </c:pt>
                <c:pt idx="8">
                  <c:v>131.0</c:v>
                </c:pt>
                <c:pt idx="9">
                  <c:v>134.0</c:v>
                </c:pt>
                <c:pt idx="10">
                  <c:v>131.0</c:v>
                </c:pt>
                <c:pt idx="11">
                  <c:v>130.0</c:v>
                </c:pt>
                <c:pt idx="12">
                  <c:v>129.0</c:v>
                </c:pt>
                <c:pt idx="13">
                  <c:v>129.0</c:v>
                </c:pt>
                <c:pt idx="14">
                  <c:v>125.0</c:v>
                </c:pt>
                <c:pt idx="15">
                  <c:v>127.0</c:v>
                </c:pt>
                <c:pt idx="16">
                  <c:v>127.0</c:v>
                </c:pt>
                <c:pt idx="17">
                  <c:v>128.0</c:v>
                </c:pt>
                <c:pt idx="18">
                  <c:v>129.0</c:v>
                </c:pt>
                <c:pt idx="19">
                  <c:v>130.0</c:v>
                </c:pt>
                <c:pt idx="20">
                  <c:v>126.0</c:v>
                </c:pt>
                <c:pt idx="21">
                  <c:v>128.0</c:v>
                </c:pt>
                <c:pt idx="22">
                  <c:v>123.0</c:v>
                </c:pt>
                <c:pt idx="23">
                  <c:v>127.0</c:v>
                </c:pt>
                <c:pt idx="24">
                  <c:v>135.0</c:v>
                </c:pt>
                <c:pt idx="25">
                  <c:v>129.0</c:v>
                </c:pt>
                <c:pt idx="26">
                  <c:v>136.0</c:v>
                </c:pt>
                <c:pt idx="27">
                  <c:v>131.0</c:v>
                </c:pt>
                <c:pt idx="28">
                  <c:v>127.0</c:v>
                </c:pt>
                <c:pt idx="29">
                  <c:v>133.0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2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18791784"/>
        <c:crosses val="autoZero"/>
        <c:majorUnit val="50.0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CPM</c:v>
                </c:pt>
              </c:strCache>
            </c:strRef>
          </c:tx>
          <c:spPr>
            <a:ln w="25400">
              <a:solidFill>
                <a:srgbClr val="7F7F7F"/>
              </a:solidFill>
            </a:ln>
          </c:spPr>
          <c:marker>
            <c:symbol val="circle"/>
            <c:size val="5"/>
            <c:spPr>
              <a:solidFill>
                <a:srgbClr val="7F7F7F"/>
              </a:solidFill>
              <a:ln>
                <a:solidFill>
                  <a:srgbClr val="7F7F7F"/>
                </a:solidFill>
              </a:ln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1202.0</c:v>
                </c:pt>
                <c:pt idx="1">
                  <c:v>1198.0</c:v>
                </c:pt>
                <c:pt idx="2">
                  <c:v>1271.0</c:v>
                </c:pt>
                <c:pt idx="3">
                  <c:v>1208.0</c:v>
                </c:pt>
                <c:pt idx="4">
                  <c:v>1191.0</c:v>
                </c:pt>
                <c:pt idx="5">
                  <c:v>1192.0</c:v>
                </c:pt>
                <c:pt idx="6">
                  <c:v>1203.0</c:v>
                </c:pt>
                <c:pt idx="7">
                  <c:v>1202.0</c:v>
                </c:pt>
                <c:pt idx="8">
                  <c:v>1250.0</c:v>
                </c:pt>
                <c:pt idx="9">
                  <c:v>1206.0</c:v>
                </c:pt>
                <c:pt idx="10">
                  <c:v>1224.0</c:v>
                </c:pt>
                <c:pt idx="11">
                  <c:v>1209.0</c:v>
                </c:pt>
                <c:pt idx="12">
                  <c:v>1205.0</c:v>
                </c:pt>
                <c:pt idx="13">
                  <c:v>1206.0</c:v>
                </c:pt>
                <c:pt idx="14">
                  <c:v>1193.0</c:v>
                </c:pt>
                <c:pt idx="15">
                  <c:v>1204.0</c:v>
                </c:pt>
                <c:pt idx="16">
                  <c:v>1218.0</c:v>
                </c:pt>
                <c:pt idx="17">
                  <c:v>1226.0</c:v>
                </c:pt>
                <c:pt idx="18">
                  <c:v>1238.0</c:v>
                </c:pt>
                <c:pt idx="19">
                  <c:v>1197.0</c:v>
                </c:pt>
                <c:pt idx="20">
                  <c:v>1196.0</c:v>
                </c:pt>
                <c:pt idx="21">
                  <c:v>1179.0</c:v>
                </c:pt>
                <c:pt idx="22">
                  <c:v>1192.0</c:v>
                </c:pt>
                <c:pt idx="23">
                  <c:v>1175.0</c:v>
                </c:pt>
                <c:pt idx="24">
                  <c:v>1226.0</c:v>
                </c:pt>
                <c:pt idx="25">
                  <c:v>1195.0</c:v>
                </c:pt>
                <c:pt idx="26">
                  <c:v>1185.0</c:v>
                </c:pt>
                <c:pt idx="27">
                  <c:v>1205.0</c:v>
                </c:pt>
                <c:pt idx="28">
                  <c:v>1212.0</c:v>
                </c:pt>
                <c:pt idx="29">
                  <c:v>1200.0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15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18791784"/>
        <c:crosses val="autoZero"/>
        <c:majorUnit val="375.0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</c:strCache>
            </c:strRef>
          </c:cat>
          <c:val>
            <c:numRef>
              <c:f>Sheet1!$B$2:$B$6</c:f>
              <c:numCache>
                <c:formatCode>"¥"#,##0</c:formatCode>
                <c:ptCount val="5"/>
                <c:pt idx="0">
                  <c:v>489705.0</c:v>
                </c:pt>
                <c:pt idx="1">
                  <c:v>554171.0</c:v>
                </c:pt>
                <c:pt idx="2">
                  <c:v>625226.0</c:v>
                </c:pt>
                <c:pt idx="3">
                  <c:v>629096.0</c:v>
                </c:pt>
                <c:pt idx="4">
                  <c:v>242213.0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000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CPA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Sheet1!$A$2:$A$6</c:f>
              <c:strCache>
                <c:ptCount val="5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</c:strCache>
            </c:strRef>
          </c:cat>
          <c:val>
            <c:numRef>
              <c:f>Sheet1!$B$2:$B$6</c:f>
              <c:numCache>
                <c:formatCode>"¥"#,##0</c:formatCode>
                <c:ptCount val="5"/>
                <c:pt idx="0">
                  <c:v>4997.0</c:v>
                </c:pt>
                <c:pt idx="1">
                  <c:v>5179.0</c:v>
                </c:pt>
                <c:pt idx="2">
                  <c:v>4224.0</c:v>
                </c:pt>
                <c:pt idx="3">
                  <c:v>4993.0</c:v>
                </c:pt>
                <c:pt idx="4">
                  <c:v>5908.0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1日あたり消化金額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Sheet1!$A$2:$A$8</c:f>
              <c:strCache>
                <c:ptCount val="7"/>
                <c:pt idx="0">
                  <c:v>月</c:v>
                </c:pt>
                <c:pt idx="1">
                  <c:v>火</c:v>
                </c:pt>
                <c:pt idx="2">
                  <c:v>水</c:v>
                </c:pt>
                <c:pt idx="3">
                  <c:v>木</c:v>
                </c:pt>
                <c:pt idx="4">
                  <c:v>金</c:v>
                </c:pt>
                <c:pt idx="5">
                  <c:v>土</c:v>
                </c:pt>
                <c:pt idx="6">
                  <c:v>日</c:v>
                </c:pt>
              </c:strCache>
            </c:strRef>
          </c:cat>
          <c:val>
            <c:numRef>
              <c:f>Sheet1!$B$2:$B$8</c:f>
              <c:numCache>
                <c:formatCode>"¥"#,##0</c:formatCode>
                <c:ptCount val="7"/>
                <c:pt idx="0">
                  <c:v>80040.0</c:v>
                </c:pt>
                <c:pt idx="1">
                  <c:v>81438.0</c:v>
                </c:pt>
                <c:pt idx="2">
                  <c:v>83485.0</c:v>
                </c:pt>
                <c:pt idx="3">
                  <c:v>80976.0</c:v>
                </c:pt>
                <c:pt idx="4">
                  <c:v>83023.0</c:v>
                </c:pt>
                <c:pt idx="5">
                  <c:v>93715.0</c:v>
                </c:pt>
                <c:pt idx="6">
                  <c:v>91195.0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300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CPA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Sheet1!$A$2:$A$8</c:f>
              <c:strCache>
                <c:ptCount val="7"/>
                <c:pt idx="0">
                  <c:v>月</c:v>
                </c:pt>
                <c:pt idx="1">
                  <c:v>火</c:v>
                </c:pt>
                <c:pt idx="2">
                  <c:v>水</c:v>
                </c:pt>
                <c:pt idx="3">
                  <c:v>木</c:v>
                </c:pt>
                <c:pt idx="4">
                  <c:v>金</c:v>
                </c:pt>
                <c:pt idx="5">
                  <c:v>土</c:v>
                </c:pt>
                <c:pt idx="6">
                  <c:v>日</c:v>
                </c:pt>
              </c:strCache>
            </c:strRef>
          </c:cat>
          <c:val>
            <c:numRef>
              <c:f>Sheet1!$B$2:$B$8</c:f>
              <c:numCache>
                <c:formatCode>"¥"#,##0</c:formatCode>
                <c:ptCount val="7"/>
                <c:pt idx="0">
                  <c:v>5617.0</c:v>
                </c:pt>
                <c:pt idx="1">
                  <c:v>5578.0</c:v>
                </c:pt>
                <c:pt idx="2">
                  <c:v>4690.0</c:v>
                </c:pt>
                <c:pt idx="3">
                  <c:v>5141.0</c:v>
                </c:pt>
                <c:pt idx="4">
                  <c:v>4884.0</c:v>
                </c:pt>
                <c:pt idx="5">
                  <c:v>4359.0</c:v>
                </c:pt>
                <c:pt idx="6">
                  <c:v>4343.0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382"/>
          <c:y val="0.0300"/>
          <c:w val="0.6618"/>
          <c:h val="0.8600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認知_動画</c:v>
                </c:pt>
                <c:pt idx="1">
                  <c:v>リターゲティング</c:v>
                </c:pt>
                <c:pt idx="2">
                  <c:v>新規獲得_コンバージョン</c:v>
                </c:pt>
              </c:strCache>
            </c:strRef>
          </c:cat>
          <c:val>
            <c:numRef>
              <c:f>Sheet1!$B$2:$B$4</c:f>
              <c:numCache>
                <c:formatCode>"¥"#,##0</c:formatCode>
                <c:ptCount val="3"/>
                <c:pt idx="0">
                  <c:v>518979.0</c:v>
                </c:pt>
                <c:pt idx="1">
                  <c:v>526200.0</c:v>
                </c:pt>
                <c:pt idx="2">
                  <c:v>1495232.0</c:v>
                </c:pt>
              </c:numCache>
            </c:numRef>
          </c:val>
        </c:ser>
        <c:dLbls>
          <c:numFmt formatCode="&quot;¥&quot;#,##0" sourceLinked="0"/>
          <c:txPr>
            <a:bodyPr/>
            <a:lstStyle/>
            <a:p>
              <a:pPr>
                <a:defRPr sz="800">
                  <a:latin typeface="游ゴシック" panose="020B0400000000000000" pitchFamily="34"/>
                  <a:ea typeface="游ゴシック" panose="020B0400000000000000" pitchFamily="34" charset="-128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000.0"/>
          <c:min val="0.0"/>
        </c:scaling>
        <c:delete val="0"/>
        <c:axPos val="b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5000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382"/>
          <c:y val="0.0300"/>
          <c:w val="0.6618"/>
          <c:h val="0.8600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CPA（消化金額 ÷ 購入）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Sheet1!$A$2:$A$4</c:f>
              <c:strCache>
                <c:ptCount val="3"/>
                <c:pt idx="0">
                  <c:v>認知_動画</c:v>
                </c:pt>
                <c:pt idx="1">
                  <c:v>リターゲティング</c:v>
                </c:pt>
                <c:pt idx="2">
                  <c:v>新規獲得_コンバージョン</c:v>
                </c:pt>
              </c:strCache>
            </c:strRef>
          </c:cat>
          <c:val>
            <c:numRef>
              <c:f>Sheet1!$B$2:$B$4</c:f>
              <c:numCache>
                <c:formatCode>"¥"#,##0</c:formatCode>
                <c:ptCount val="3"/>
                <c:pt idx="0">
                  <c:v>15264.0</c:v>
                </c:pt>
                <c:pt idx="1">
                  <c:v>2447.0</c:v>
                </c:pt>
                <c:pt idx="2">
                  <c:v>5517.0</c:v>
                </c:pt>
              </c:numCache>
            </c:numRef>
          </c:val>
        </c:ser>
        <c:dLbls>
          <c:numFmt formatCode="&quot;¥&quot;#,##0" sourceLinked="0"/>
          <c:txPr>
            <a:bodyPr/>
            <a:lstStyle/>
            <a:p>
              <a:pPr>
                <a:defRPr sz="800">
                  <a:latin typeface="游ゴシック" panose="020B0400000000000000" pitchFamily="34"/>
                  <a:ea typeface="游ゴシック" panose="020B0400000000000000" pitchFamily="34" charset="-128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0.0"/>
          <c:min val="0.0"/>
        </c:scaling>
        <c:delete val="0"/>
        <c:axPos val="b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50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382"/>
          <c:y val="0.0300"/>
          <c:w val="0.6618"/>
          <c:h val="0.8600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Sheet1!$A$2:$A$4</c:f>
              <c:strCache>
                <c:ptCount val="3"/>
                <c:pt idx="0">
                  <c:v>認知_動画</c:v>
                </c:pt>
                <c:pt idx="1">
                  <c:v>リターゲティング</c:v>
                </c:pt>
                <c:pt idx="2">
                  <c:v>新規獲得_コンバージョン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0.41</c:v>
                </c:pt>
                <c:pt idx="1">
                  <c:v>3.09</c:v>
                </c:pt>
                <c:pt idx="2">
                  <c:v>1.27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00">
                  <a:latin typeface="游ゴシック" panose="020B0400000000000000" pitchFamily="34"/>
                  <a:ea typeface="游ゴシック" panose="020B0400000000000000" pitchFamily="34" charset="-128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Gridlines>
          <c:spPr>
            <a:ln w="6350">
              <a:solidFill>
                <a:srgbClr val="D9DDE3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1.25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382"/>
          <c:y val="0.0300"/>
          <c:w val="0.6618"/>
          <c:h val="0.8600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CTR（リンク）%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認知_動画</c:v>
                </c:pt>
                <c:pt idx="1">
                  <c:v>リターゲティング</c:v>
                </c:pt>
                <c:pt idx="2">
                  <c:v>新規獲得_コンバージョン</c:v>
                </c:pt>
              </c:strCache>
            </c:strRef>
          </c:cat>
          <c:val>
            <c:numRef>
              <c:f>Sheet1!$B$2:$B$4</c:f>
              <c:numCache>
                <c:formatCode>0.0"%"</c:formatCode>
                <c:ptCount val="3"/>
                <c:pt idx="0">
                  <c:v>0.43</c:v>
                </c:pt>
                <c:pt idx="1">
                  <c:v>1.53</c:v>
                </c:pt>
                <c:pt idx="2">
                  <c:v>1.19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00">
                  <a:latin typeface="游ゴシック" panose="020B0400000000000000" pitchFamily="34"/>
                  <a:ea typeface="游ゴシック" panose="020B0400000000000000" pitchFamily="34" charset="-128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0"/>
          <c:min val="0.0"/>
        </c:scaling>
        <c:delete val="0"/>
        <c:axPos val="b"/>
        <c:majorGridlines>
          <c:spPr>
            <a:ln w="6350">
              <a:solidFill>
                <a:srgbClr val="D9DDE3"/>
              </a:solidFill>
            </a:ln>
          </c:spPr>
        </c:majorGridlines>
        <c:numFmt formatCode="0.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0.5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44192.0</c:v>
                </c:pt>
                <c:pt idx="1">
                  <c:v>47310.0</c:v>
                </c:pt>
                <c:pt idx="2">
                  <c:v>47175.0</c:v>
                </c:pt>
                <c:pt idx="3">
                  <c:v>45140.0</c:v>
                </c:pt>
                <c:pt idx="4">
                  <c:v>47283.0</c:v>
                </c:pt>
                <c:pt idx="5">
                  <c:v>48584.0</c:v>
                </c:pt>
                <c:pt idx="6">
                  <c:v>39490.0</c:v>
                </c:pt>
                <c:pt idx="7">
                  <c:v>44450.0</c:v>
                </c:pt>
                <c:pt idx="8">
                  <c:v>44521.0</c:v>
                </c:pt>
                <c:pt idx="9">
                  <c:v>45068.0</c:v>
                </c:pt>
                <c:pt idx="10">
                  <c:v>43645.0</c:v>
                </c:pt>
                <c:pt idx="11">
                  <c:v>48502.0</c:v>
                </c:pt>
                <c:pt idx="12">
                  <c:v>47139.0</c:v>
                </c:pt>
                <c:pt idx="13">
                  <c:v>41627.0</c:v>
                </c:pt>
                <c:pt idx="14">
                  <c:v>48911.0</c:v>
                </c:pt>
                <c:pt idx="15">
                  <c:v>47396.0</c:v>
                </c:pt>
                <c:pt idx="16">
                  <c:v>49251.0</c:v>
                </c:pt>
                <c:pt idx="17">
                  <c:v>51368.0</c:v>
                </c:pt>
                <c:pt idx="18">
                  <c:v>66743.0</c:v>
                </c:pt>
                <c:pt idx="19">
                  <c:v>64819.0</c:v>
                </c:pt>
                <c:pt idx="20">
                  <c:v>59875.0</c:v>
                </c:pt>
                <c:pt idx="21">
                  <c:v>56393.0</c:v>
                </c:pt>
                <c:pt idx="22">
                  <c:v>56964.0</c:v>
                </c:pt>
                <c:pt idx="23">
                  <c:v>47430.0</c:v>
                </c:pt>
                <c:pt idx="24">
                  <c:v>54677.0</c:v>
                </c:pt>
                <c:pt idx="25">
                  <c:v>56598.0</c:v>
                </c:pt>
                <c:pt idx="26">
                  <c:v>52163.0</c:v>
                </c:pt>
                <c:pt idx="27">
                  <c:v>48537.0</c:v>
                </c:pt>
                <c:pt idx="28">
                  <c:v>49368.0</c:v>
                </c:pt>
                <c:pt idx="29">
                  <c:v>50613.0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8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00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6</c:v>
                </c:pt>
                <c:pt idx="1">
                  <c:v>8</c:v>
                </c:pt>
                <c:pt idx="2">
                  <c:v>8</c:v>
                </c:pt>
                <c:pt idx="3">
                  <c:v>7</c:v>
                </c:pt>
                <c:pt idx="4">
                  <c:v>11</c:v>
                </c:pt>
                <c:pt idx="5">
                  <c:v>9</c:v>
                </c:pt>
                <c:pt idx="6">
                  <c:v>8</c:v>
                </c:pt>
                <c:pt idx="7">
                  <c:v>5</c:v>
                </c:pt>
                <c:pt idx="8">
                  <c:v>10</c:v>
                </c:pt>
                <c:pt idx="9">
                  <c:v>8</c:v>
                </c:pt>
                <c:pt idx="10">
                  <c:v>8</c:v>
                </c:pt>
                <c:pt idx="11">
                  <c:v>10</c:v>
                </c:pt>
                <c:pt idx="12">
                  <c:v>8</c:v>
                </c:pt>
                <c:pt idx="13">
                  <c:v>6</c:v>
                </c:pt>
                <c:pt idx="14">
                  <c:v>8</c:v>
                </c:pt>
                <c:pt idx="15">
                  <c:v>8</c:v>
                </c:pt>
                <c:pt idx="16">
                  <c:v>10</c:v>
                </c:pt>
                <c:pt idx="17">
                  <c:v>10</c:v>
                </c:pt>
                <c:pt idx="18">
                  <c:v>16</c:v>
                </c:pt>
                <c:pt idx="19">
                  <c:v>15</c:v>
                </c:pt>
                <c:pt idx="20">
                  <c:v>13</c:v>
                </c:pt>
                <c:pt idx="21">
                  <c:v>9</c:v>
                </c:pt>
                <c:pt idx="22">
                  <c:v>14</c:v>
                </c:pt>
                <c:pt idx="23">
                  <c:v>7</c:v>
                </c:pt>
                <c:pt idx="24">
                  <c:v>7</c:v>
                </c:pt>
                <c:pt idx="25">
                  <c:v>10</c:v>
                </c:pt>
                <c:pt idx="26">
                  <c:v>10</c:v>
                </c:pt>
                <c:pt idx="27">
                  <c:v>6</c:v>
                </c:pt>
                <c:pt idx="28">
                  <c:v>7</c:v>
                </c:pt>
                <c:pt idx="29">
                  <c:v>9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CPA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circle"/>
            <c:size val="5"/>
            <c:spPr>
              <a:solidFill>
                <a:srgbClr val="C55A11"/>
              </a:solidFill>
              <a:ln>
                <a:solidFill>
                  <a:srgbClr val="C55A11"/>
                </a:solidFill>
              </a:ln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7365.0</c:v>
                </c:pt>
                <c:pt idx="1">
                  <c:v>5914.0</c:v>
                </c:pt>
                <c:pt idx="2">
                  <c:v>5897.0</c:v>
                </c:pt>
                <c:pt idx="3">
                  <c:v>6449.0</c:v>
                </c:pt>
                <c:pt idx="4">
                  <c:v>4298.0</c:v>
                </c:pt>
                <c:pt idx="5">
                  <c:v>5398.0</c:v>
                </c:pt>
                <c:pt idx="6">
                  <c:v>4936.0</c:v>
                </c:pt>
                <c:pt idx="7">
                  <c:v>8890.0</c:v>
                </c:pt>
                <c:pt idx="8">
                  <c:v>4452.0</c:v>
                </c:pt>
                <c:pt idx="9">
                  <c:v>5634.0</c:v>
                </c:pt>
                <c:pt idx="10">
                  <c:v>5456.0</c:v>
                </c:pt>
                <c:pt idx="11">
                  <c:v>4850.0</c:v>
                </c:pt>
                <c:pt idx="12">
                  <c:v>5892.0</c:v>
                </c:pt>
                <c:pt idx="13">
                  <c:v>6938.0</c:v>
                </c:pt>
                <c:pt idx="14">
                  <c:v>6114.0</c:v>
                </c:pt>
                <c:pt idx="15">
                  <c:v>5924.0</c:v>
                </c:pt>
                <c:pt idx="16">
                  <c:v>4925.0</c:v>
                </c:pt>
                <c:pt idx="17">
                  <c:v>5137.0</c:v>
                </c:pt>
                <c:pt idx="18">
                  <c:v>4171.0</c:v>
                </c:pt>
                <c:pt idx="19">
                  <c:v>4321.0</c:v>
                </c:pt>
                <c:pt idx="20">
                  <c:v>4606.0</c:v>
                </c:pt>
                <c:pt idx="21">
                  <c:v>6266.0</c:v>
                </c:pt>
                <c:pt idx="22">
                  <c:v>4069.0</c:v>
                </c:pt>
                <c:pt idx="23">
                  <c:v>6776.0</c:v>
                </c:pt>
                <c:pt idx="24">
                  <c:v>7811.0</c:v>
                </c:pt>
                <c:pt idx="25">
                  <c:v>5660.0</c:v>
                </c:pt>
                <c:pt idx="26">
                  <c:v>5216.0</c:v>
                </c:pt>
                <c:pt idx="27">
                  <c:v>8090.0</c:v>
                </c:pt>
                <c:pt idx="28">
                  <c:v>7053.0</c:v>
                </c:pt>
                <c:pt idx="29">
                  <c:v>5624.0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1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18791784"/>
        <c:crosses val="autoZero"/>
        <c:majorUnit val="2500.0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16323.0</c:v>
                </c:pt>
                <c:pt idx="1">
                  <c:v>16848.0</c:v>
                </c:pt>
                <c:pt idx="2">
                  <c:v>18410.0</c:v>
                </c:pt>
                <c:pt idx="3">
                  <c:v>17207.0</c:v>
                </c:pt>
                <c:pt idx="4">
                  <c:v>19070.0</c:v>
                </c:pt>
                <c:pt idx="5">
                  <c:v>17897.0</c:v>
                </c:pt>
                <c:pt idx="6">
                  <c:v>16295.0</c:v>
                </c:pt>
                <c:pt idx="7">
                  <c:v>16216.0</c:v>
                </c:pt>
                <c:pt idx="8">
                  <c:v>18990.0</c:v>
                </c:pt>
                <c:pt idx="9">
                  <c:v>17560.0</c:v>
                </c:pt>
                <c:pt idx="10">
                  <c:v>18451.0</c:v>
                </c:pt>
                <c:pt idx="11">
                  <c:v>20235.0</c:v>
                </c:pt>
                <c:pt idx="12">
                  <c:v>18351.0</c:v>
                </c:pt>
                <c:pt idx="13">
                  <c:v>16221.0</c:v>
                </c:pt>
                <c:pt idx="14">
                  <c:v>16637.0</c:v>
                </c:pt>
                <c:pt idx="15">
                  <c:v>16876.0</c:v>
                </c:pt>
                <c:pt idx="16">
                  <c:v>17227.0</c:v>
                </c:pt>
                <c:pt idx="17">
                  <c:v>18318.0</c:v>
                </c:pt>
                <c:pt idx="18">
                  <c:v>23277.0</c:v>
                </c:pt>
                <c:pt idx="19">
                  <c:v>23215.0</c:v>
                </c:pt>
                <c:pt idx="20">
                  <c:v>17330.0</c:v>
                </c:pt>
                <c:pt idx="21">
                  <c:v>17054.0</c:v>
                </c:pt>
                <c:pt idx="22">
                  <c:v>18271.0</c:v>
                </c:pt>
                <c:pt idx="23">
                  <c:v>15898.0</c:v>
                </c:pt>
                <c:pt idx="24">
                  <c:v>16275.0</c:v>
                </c:pt>
                <c:pt idx="25">
                  <c:v>15877.0</c:v>
                </c:pt>
                <c:pt idx="26">
                  <c:v>16498.0</c:v>
                </c:pt>
                <c:pt idx="27">
                  <c:v>15259.0</c:v>
                </c:pt>
                <c:pt idx="28">
                  <c:v>15242.0</c:v>
                </c:pt>
                <c:pt idx="29">
                  <c:v>14872.0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5</c:v>
                </c:pt>
                <c:pt idx="1">
                  <c:v>7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  <c:pt idx="6">
                  <c:v>3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8</c:v>
                </c:pt>
                <c:pt idx="11">
                  <c:v>7</c:v>
                </c:pt>
                <c:pt idx="12">
                  <c:v>8</c:v>
                </c:pt>
                <c:pt idx="13">
                  <c:v>8</c:v>
                </c:pt>
                <c:pt idx="14">
                  <c:v>6</c:v>
                </c:pt>
                <c:pt idx="15">
                  <c:v>6</c:v>
                </c:pt>
                <c:pt idx="16">
                  <c:v>8</c:v>
                </c:pt>
                <c:pt idx="17">
                  <c:v>7</c:v>
                </c:pt>
                <c:pt idx="18">
                  <c:v>15</c:v>
                </c:pt>
                <c:pt idx="19">
                  <c:v>13</c:v>
                </c:pt>
                <c:pt idx="20">
                  <c:v>8</c:v>
                </c:pt>
                <c:pt idx="21">
                  <c:v>7</c:v>
                </c:pt>
                <c:pt idx="22">
                  <c:v>9</c:v>
                </c:pt>
                <c:pt idx="23">
                  <c:v>6</c:v>
                </c:pt>
                <c:pt idx="24">
                  <c:v>7</c:v>
                </c:pt>
                <c:pt idx="25">
                  <c:v>5</c:v>
                </c:pt>
                <c:pt idx="26">
                  <c:v>7</c:v>
                </c:pt>
                <c:pt idx="27">
                  <c:v>4</c:v>
                </c:pt>
                <c:pt idx="28">
                  <c:v>6</c:v>
                </c:pt>
                <c:pt idx="29">
                  <c:v>5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CPA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circle"/>
            <c:size val="5"/>
            <c:spPr>
              <a:solidFill>
                <a:srgbClr val="C55A11"/>
              </a:solidFill>
              <a:ln>
                <a:solidFill>
                  <a:srgbClr val="C55A11"/>
                </a:solidFill>
              </a:ln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3265.0</c:v>
                </c:pt>
                <c:pt idx="1">
                  <c:v>2407.0</c:v>
                </c:pt>
                <c:pt idx="2">
                  <c:v>2301.0</c:v>
                </c:pt>
                <c:pt idx="3">
                  <c:v>2151.0</c:v>
                </c:pt>
                <c:pt idx="4">
                  <c:v>2724.0</c:v>
                </c:pt>
                <c:pt idx="5">
                  <c:v>2983.0</c:v>
                </c:pt>
                <c:pt idx="6">
                  <c:v>5432.0</c:v>
                </c:pt>
                <c:pt idx="7">
                  <c:v>2317.0</c:v>
                </c:pt>
                <c:pt idx="8">
                  <c:v>2713.0</c:v>
                </c:pt>
                <c:pt idx="9">
                  <c:v>2509.0</c:v>
                </c:pt>
                <c:pt idx="10">
                  <c:v>2306.0</c:v>
                </c:pt>
                <c:pt idx="11">
                  <c:v>2891.0</c:v>
                </c:pt>
                <c:pt idx="12">
                  <c:v>2294.0</c:v>
                </c:pt>
                <c:pt idx="13">
                  <c:v>2028.0</c:v>
                </c:pt>
                <c:pt idx="14">
                  <c:v>2773.0</c:v>
                </c:pt>
                <c:pt idx="15">
                  <c:v>2813.0</c:v>
                </c:pt>
                <c:pt idx="16">
                  <c:v>2153.0</c:v>
                </c:pt>
                <c:pt idx="17">
                  <c:v>2617.0</c:v>
                </c:pt>
                <c:pt idx="18">
                  <c:v>1552.0</c:v>
                </c:pt>
                <c:pt idx="19">
                  <c:v>1786.0</c:v>
                </c:pt>
                <c:pt idx="20">
                  <c:v>2166.0</c:v>
                </c:pt>
                <c:pt idx="21">
                  <c:v>2436.0</c:v>
                </c:pt>
                <c:pt idx="22">
                  <c:v>2030.0</c:v>
                </c:pt>
                <c:pt idx="23">
                  <c:v>2650.0</c:v>
                </c:pt>
                <c:pt idx="24">
                  <c:v>2325.0</c:v>
                </c:pt>
                <c:pt idx="25">
                  <c:v>3175.0</c:v>
                </c:pt>
                <c:pt idx="26">
                  <c:v>2357.0</c:v>
                </c:pt>
                <c:pt idx="27">
                  <c:v>3815.0</c:v>
                </c:pt>
                <c:pt idx="28">
                  <c:v>2540.0</c:v>
                </c:pt>
                <c:pt idx="29">
                  <c:v>2974.0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8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18791784"/>
        <c:crosses val="autoZero"/>
        <c:majorUnit val="2000.0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15863.0</c:v>
                </c:pt>
                <c:pt idx="1">
                  <c:v>16606.0</c:v>
                </c:pt>
                <c:pt idx="2">
                  <c:v>16454.0</c:v>
                </c:pt>
                <c:pt idx="3">
                  <c:v>17216.0</c:v>
                </c:pt>
                <c:pt idx="4">
                  <c:v>19472.0</c:v>
                </c:pt>
                <c:pt idx="5">
                  <c:v>18655.0</c:v>
                </c:pt>
                <c:pt idx="6">
                  <c:v>15454.0</c:v>
                </c:pt>
                <c:pt idx="7">
                  <c:v>15402.0</c:v>
                </c:pt>
                <c:pt idx="8">
                  <c:v>15574.0</c:v>
                </c:pt>
                <c:pt idx="9">
                  <c:v>16834.0</c:v>
                </c:pt>
                <c:pt idx="10">
                  <c:v>16657.0</c:v>
                </c:pt>
                <c:pt idx="11">
                  <c:v>18092.0</c:v>
                </c:pt>
                <c:pt idx="12">
                  <c:v>17245.0</c:v>
                </c:pt>
                <c:pt idx="13">
                  <c:v>15464.0</c:v>
                </c:pt>
                <c:pt idx="14">
                  <c:v>15216.0</c:v>
                </c:pt>
                <c:pt idx="15">
                  <c:v>16721.0</c:v>
                </c:pt>
                <c:pt idx="16">
                  <c:v>15471.0</c:v>
                </c:pt>
                <c:pt idx="17">
                  <c:v>16481.0</c:v>
                </c:pt>
                <c:pt idx="18">
                  <c:v>21292.0</c:v>
                </c:pt>
                <c:pt idx="19">
                  <c:v>22695.0</c:v>
                </c:pt>
                <c:pt idx="20">
                  <c:v>18574.0</c:v>
                </c:pt>
                <c:pt idx="21">
                  <c:v>19638.0</c:v>
                </c:pt>
                <c:pt idx="22">
                  <c:v>19858.0</c:v>
                </c:pt>
                <c:pt idx="23">
                  <c:v>17128.0</c:v>
                </c:pt>
                <c:pt idx="24">
                  <c:v>16658.0</c:v>
                </c:pt>
                <c:pt idx="25">
                  <c:v>18418.0</c:v>
                </c:pt>
                <c:pt idx="26">
                  <c:v>17519.0</c:v>
                </c:pt>
                <c:pt idx="27">
                  <c:v>16033.0</c:v>
                </c:pt>
                <c:pt idx="28">
                  <c:v>16283.0</c:v>
                </c:pt>
                <c:pt idx="29">
                  <c:v>16006.0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1</c:v>
                </c:pt>
                <c:pt idx="15">
                  <c:v>2</c:v>
                </c:pt>
                <c:pt idx="16">
                  <c:v>0</c:v>
                </c:pt>
                <c:pt idx="17">
                  <c:v>3</c:v>
                </c:pt>
                <c:pt idx="18">
                  <c:v>2</c:v>
                </c:pt>
                <c:pt idx="19">
                  <c:v>4</c:v>
                </c:pt>
                <c:pt idx="20">
                  <c:v>1</c:v>
                </c:pt>
                <c:pt idx="21">
                  <c:v>0</c:v>
                </c:pt>
                <c:pt idx="22">
                  <c:v>2</c:v>
                </c:pt>
                <c:pt idx="23">
                  <c:v>1</c:v>
                </c:pt>
                <c:pt idx="24">
                  <c:v>1</c:v>
                </c:pt>
                <c:pt idx="25">
                  <c:v>0</c:v>
                </c:pt>
                <c:pt idx="26">
                  <c:v>2</c:v>
                </c:pt>
                <c:pt idx="27">
                  <c:v>0</c:v>
                </c:pt>
                <c:pt idx="28">
                  <c:v>3</c:v>
                </c:pt>
                <c:pt idx="29">
                  <c:v>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CPA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circle"/>
            <c:size val="5"/>
            <c:spPr>
              <a:solidFill>
                <a:srgbClr val="C55A11"/>
              </a:solidFill>
              <a:ln>
                <a:solidFill>
                  <a:srgbClr val="C55A11"/>
                </a:solidFill>
              </a:ln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7932.0</c:v>
                </c:pt>
                <c:pt idx="1">
                  <c:v>16606.0</c:v>
                </c:pt>
                <c:pt idx="3">
                  <c:v>17216.0</c:v>
                </c:pt>
                <c:pt idx="4">
                  <c:v>9736.0</c:v>
                </c:pt>
                <c:pt idx="5">
                  <c:v>9328.0</c:v>
                </c:pt>
                <c:pt idx="7">
                  <c:v>15402.0</c:v>
                </c:pt>
                <c:pt idx="10">
                  <c:v>16657.0</c:v>
                </c:pt>
                <c:pt idx="11">
                  <c:v>18092.0</c:v>
                </c:pt>
                <c:pt idx="14">
                  <c:v>15216.0</c:v>
                </c:pt>
                <c:pt idx="15">
                  <c:v>8360.0</c:v>
                </c:pt>
                <c:pt idx="17">
                  <c:v>5494.0</c:v>
                </c:pt>
                <c:pt idx="18">
                  <c:v>10646.0</c:v>
                </c:pt>
                <c:pt idx="19">
                  <c:v>5674.0</c:v>
                </c:pt>
                <c:pt idx="20">
                  <c:v>18574.0</c:v>
                </c:pt>
                <c:pt idx="22">
                  <c:v>9929.0</c:v>
                </c:pt>
                <c:pt idx="23">
                  <c:v>17128.0</c:v>
                </c:pt>
                <c:pt idx="24">
                  <c:v>16658.0</c:v>
                </c:pt>
                <c:pt idx="26">
                  <c:v>8760.0</c:v>
                </c:pt>
                <c:pt idx="28">
                  <c:v>5428.0</c:v>
                </c:pt>
                <c:pt idx="29">
                  <c:v>16006.0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25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2118791784"/>
        <c:crosses val="autoZero"/>
        <c:majorUnit val="6250.0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20861.0</c:v>
                </c:pt>
                <c:pt idx="1">
                  <c:v>22097.0</c:v>
                </c:pt>
                <c:pt idx="2">
                  <c:v>21502.0</c:v>
                </c:pt>
                <c:pt idx="3">
                  <c:v>19341.0</c:v>
                </c:pt>
                <c:pt idx="4">
                  <c:v>22353.0</c:v>
                </c:pt>
                <c:pt idx="5">
                  <c:v>22249.0</c:v>
                </c:pt>
                <c:pt idx="6">
                  <c:v>17638.0</c:v>
                </c:pt>
                <c:pt idx="7">
                  <c:v>21135.0</c:v>
                </c:pt>
                <c:pt idx="8">
                  <c:v>21059.0</c:v>
                </c:pt>
                <c:pt idx="9">
                  <c:v>21687.0</c:v>
                </c:pt>
                <c:pt idx="10">
                  <c:v>19667.0</c:v>
                </c:pt>
                <c:pt idx="11">
                  <c:v>20852.0</c:v>
                </c:pt>
                <c:pt idx="12">
                  <c:v>21569.0</c:v>
                </c:pt>
                <c:pt idx="13">
                  <c:v>19599.0</c:v>
                </c:pt>
                <c:pt idx="14">
                  <c:v>19801.0</c:v>
                </c:pt>
                <c:pt idx="15">
                  <c:v>19740.0</c:v>
                </c:pt>
                <c:pt idx="16">
                  <c:v>20929.0</c:v>
                </c:pt>
                <c:pt idx="17">
                  <c:v>20226.0</c:v>
                </c:pt>
                <c:pt idx="18">
                  <c:v>26488.0</c:v>
                </c:pt>
                <c:pt idx="19">
                  <c:v>26200.0</c:v>
                </c:pt>
                <c:pt idx="20">
                  <c:v>24766.0</c:v>
                </c:pt>
                <c:pt idx="21">
                  <c:v>22057.0</c:v>
                </c:pt>
                <c:pt idx="22">
                  <c:v>22444.0</c:v>
                </c:pt>
                <c:pt idx="23">
                  <c:v>17987.0</c:v>
                </c:pt>
                <c:pt idx="24">
                  <c:v>22756.0</c:v>
                </c:pt>
                <c:pt idx="25">
                  <c:v>23270.0</c:v>
                </c:pt>
                <c:pt idx="26">
                  <c:v>20663.0</c:v>
                </c:pt>
                <c:pt idx="27">
                  <c:v>20509.0</c:v>
                </c:pt>
                <c:pt idx="28">
                  <c:v>20992.0</c:v>
                </c:pt>
                <c:pt idx="29">
                  <c:v>20322.0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6</c:v>
                </c:pt>
                <c:pt idx="5">
                  <c:v>4</c:v>
                </c:pt>
                <c:pt idx="6">
                  <c:v>3</c:v>
                </c:pt>
                <c:pt idx="7">
                  <c:v>4</c:v>
                </c:pt>
                <c:pt idx="8">
                  <c:v>6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3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5</c:v>
                </c:pt>
                <c:pt idx="18">
                  <c:v>8</c:v>
                </c:pt>
                <c:pt idx="19">
                  <c:v>6</c:v>
                </c:pt>
                <c:pt idx="20">
                  <c:v>6</c:v>
                </c:pt>
                <c:pt idx="21">
                  <c:v>4</c:v>
                </c:pt>
                <c:pt idx="22">
                  <c:v>8</c:v>
                </c:pt>
                <c:pt idx="23">
                  <c:v>3</c:v>
                </c:pt>
                <c:pt idx="24">
                  <c:v>4</c:v>
                </c:pt>
                <c:pt idx="25">
                  <c:v>5</c:v>
                </c:pt>
                <c:pt idx="26">
                  <c:v>5</c:v>
                </c:pt>
                <c:pt idx="27">
                  <c:v>3</c:v>
                </c:pt>
                <c:pt idx="28">
                  <c:v>3</c:v>
                </c:pt>
                <c:pt idx="29">
                  <c:v>4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15288.0</c:v>
                </c:pt>
                <c:pt idx="1">
                  <c:v>16640.0</c:v>
                </c:pt>
                <c:pt idx="2">
                  <c:v>16070.0</c:v>
                </c:pt>
                <c:pt idx="3">
                  <c:v>16697.0</c:v>
                </c:pt>
                <c:pt idx="4">
                  <c:v>15131.0</c:v>
                </c:pt>
                <c:pt idx="5">
                  <c:v>17179.0</c:v>
                </c:pt>
                <c:pt idx="6">
                  <c:v>14162.0</c:v>
                </c:pt>
                <c:pt idx="7">
                  <c:v>14542.0</c:v>
                </c:pt>
                <c:pt idx="8">
                  <c:v>15411.0</c:v>
                </c:pt>
                <c:pt idx="9">
                  <c:v>14177.0</c:v>
                </c:pt>
                <c:pt idx="10">
                  <c:v>14964.0</c:v>
                </c:pt>
                <c:pt idx="11">
                  <c:v>17172.0</c:v>
                </c:pt>
                <c:pt idx="12">
                  <c:v>16217.0</c:v>
                </c:pt>
                <c:pt idx="13">
                  <c:v>13389.0</c:v>
                </c:pt>
                <c:pt idx="14">
                  <c:v>16438.0</c:v>
                </c:pt>
                <c:pt idx="15">
                  <c:v>14597.0</c:v>
                </c:pt>
                <c:pt idx="16">
                  <c:v>15391.0</c:v>
                </c:pt>
                <c:pt idx="17">
                  <c:v>17680.0</c:v>
                </c:pt>
                <c:pt idx="18">
                  <c:v>21777.0</c:v>
                </c:pt>
                <c:pt idx="19">
                  <c:v>22448.0</c:v>
                </c:pt>
                <c:pt idx="20">
                  <c:v>20249.0</c:v>
                </c:pt>
                <c:pt idx="21">
                  <c:v>17813.0</c:v>
                </c:pt>
                <c:pt idx="22">
                  <c:v>18815.0</c:v>
                </c:pt>
                <c:pt idx="23">
                  <c:v>16154.0</c:v>
                </c:pt>
                <c:pt idx="24">
                  <c:v>17301.0</c:v>
                </c:pt>
                <c:pt idx="25">
                  <c:v>19109.0</c:v>
                </c:pt>
                <c:pt idx="26">
                  <c:v>17162.0</c:v>
                </c:pt>
                <c:pt idx="27">
                  <c:v>15448.0</c:v>
                </c:pt>
                <c:pt idx="28">
                  <c:v>16319.0</c:v>
                </c:pt>
                <c:pt idx="29">
                  <c:v>16250.0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3</c:v>
                </c:pt>
                <c:pt idx="9">
                  <c:v>2</c:v>
                </c:pt>
                <c:pt idx="10">
                  <c:v>2</c:v>
                </c:pt>
                <c:pt idx="11">
                  <c:v>4</c:v>
                </c:pt>
                <c:pt idx="12">
                  <c:v>3</c:v>
                </c:pt>
                <c:pt idx="13">
                  <c:v>1</c:v>
                </c:pt>
                <c:pt idx="14">
                  <c:v>2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4</c:v>
                </c:pt>
                <c:pt idx="19">
                  <c:v>5</c:v>
                </c:pt>
                <c:pt idx="20">
                  <c:v>3</c:v>
                </c:pt>
                <c:pt idx="21">
                  <c:v>2</c:v>
                </c:pt>
                <c:pt idx="22">
                  <c:v>3</c:v>
                </c:pt>
                <c:pt idx="23">
                  <c:v>2</c:v>
                </c:pt>
                <c:pt idx="24">
                  <c:v>1</c:v>
                </c:pt>
                <c:pt idx="25">
                  <c:v>3</c:v>
                </c:pt>
                <c:pt idx="26">
                  <c:v>2</c:v>
                </c:pt>
                <c:pt idx="27">
                  <c:v>3</c:v>
                </c:pt>
                <c:pt idx="28">
                  <c:v>2</c:v>
                </c:pt>
                <c:pt idx="29">
                  <c:v>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6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8043.0</c:v>
                </c:pt>
                <c:pt idx="1">
                  <c:v>8573.0</c:v>
                </c:pt>
                <c:pt idx="2">
                  <c:v>9603.0</c:v>
                </c:pt>
                <c:pt idx="3">
                  <c:v>9102.0</c:v>
                </c:pt>
                <c:pt idx="4">
                  <c:v>9799.0</c:v>
                </c:pt>
                <c:pt idx="5">
                  <c:v>9156.0</c:v>
                </c:pt>
                <c:pt idx="6">
                  <c:v>7690.0</c:v>
                </c:pt>
                <c:pt idx="7">
                  <c:v>8773.0</c:v>
                </c:pt>
                <c:pt idx="8">
                  <c:v>8051.0</c:v>
                </c:pt>
                <c:pt idx="9">
                  <c:v>9204.0</c:v>
                </c:pt>
                <c:pt idx="10">
                  <c:v>9014.0</c:v>
                </c:pt>
                <c:pt idx="11">
                  <c:v>10478.0</c:v>
                </c:pt>
                <c:pt idx="12">
                  <c:v>9353.0</c:v>
                </c:pt>
                <c:pt idx="13">
                  <c:v>8639.0</c:v>
                </c:pt>
                <c:pt idx="14">
                  <c:v>12672.0</c:v>
                </c:pt>
                <c:pt idx="15">
                  <c:v>13059.0</c:v>
                </c:pt>
                <c:pt idx="16">
                  <c:v>12931.0</c:v>
                </c:pt>
                <c:pt idx="17">
                  <c:v>13462.0</c:v>
                </c:pt>
                <c:pt idx="18">
                  <c:v>18478.0</c:v>
                </c:pt>
                <c:pt idx="19">
                  <c:v>16171.0</c:v>
                </c:pt>
                <c:pt idx="20">
                  <c:v>14860.0</c:v>
                </c:pt>
                <c:pt idx="21">
                  <c:v>16523.0</c:v>
                </c:pt>
                <c:pt idx="22">
                  <c:v>15705.0</c:v>
                </c:pt>
                <c:pt idx="23">
                  <c:v>13289.0</c:v>
                </c:pt>
                <c:pt idx="24">
                  <c:v>14620.0</c:v>
                </c:pt>
                <c:pt idx="25">
                  <c:v>14219.0</c:v>
                </c:pt>
                <c:pt idx="26">
                  <c:v>14338.0</c:v>
                </c:pt>
                <c:pt idx="27">
                  <c:v>12580.0</c:v>
                </c:pt>
                <c:pt idx="28">
                  <c:v>12057.0</c:v>
                </c:pt>
                <c:pt idx="29">
                  <c:v>14041.0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5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625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0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2</c:v>
                </c:pt>
                <c:pt idx="13">
                  <c:v>1</c:v>
                </c:pt>
                <c:pt idx="14">
                  <c:v>2</c:v>
                </c:pt>
                <c:pt idx="15">
                  <c:v>1</c:v>
                </c:pt>
                <c:pt idx="16">
                  <c:v>3</c:v>
                </c:pt>
                <c:pt idx="17">
                  <c:v>2</c:v>
                </c:pt>
                <c:pt idx="18">
                  <c:v>4</c:v>
                </c:pt>
                <c:pt idx="19">
                  <c:v>4</c:v>
                </c:pt>
                <c:pt idx="20">
                  <c:v>4</c:v>
                </c:pt>
                <c:pt idx="21">
                  <c:v>3</c:v>
                </c:pt>
                <c:pt idx="22">
                  <c:v>3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3</c:v>
                </c:pt>
                <c:pt idx="27">
                  <c:v>0</c:v>
                </c:pt>
                <c:pt idx="28">
                  <c:v>2</c:v>
                </c:pt>
                <c:pt idx="29">
                  <c:v>2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5993.0</c:v>
                </c:pt>
                <c:pt idx="1">
                  <c:v>6212.0</c:v>
                </c:pt>
                <c:pt idx="2">
                  <c:v>6888.0</c:v>
                </c:pt>
                <c:pt idx="3">
                  <c:v>6937.0</c:v>
                </c:pt>
                <c:pt idx="4">
                  <c:v>6755.0</c:v>
                </c:pt>
                <c:pt idx="5">
                  <c:v>6852.0</c:v>
                </c:pt>
                <c:pt idx="6">
                  <c:v>6406.0</c:v>
                </c:pt>
                <c:pt idx="7">
                  <c:v>5746.0</c:v>
                </c:pt>
                <c:pt idx="8">
                  <c:v>7098.0</c:v>
                </c:pt>
                <c:pt idx="9">
                  <c:v>6488.0</c:v>
                </c:pt>
                <c:pt idx="10">
                  <c:v>7056.0</c:v>
                </c:pt>
                <c:pt idx="11">
                  <c:v>7806.0</c:v>
                </c:pt>
                <c:pt idx="12">
                  <c:v>6923.0</c:v>
                </c:pt>
                <c:pt idx="13">
                  <c:v>6139.0</c:v>
                </c:pt>
                <c:pt idx="14">
                  <c:v>5873.0</c:v>
                </c:pt>
                <c:pt idx="15">
                  <c:v>5947.0</c:v>
                </c:pt>
                <c:pt idx="16">
                  <c:v>6014.0</c:v>
                </c:pt>
                <c:pt idx="17">
                  <c:v>7174.0</c:v>
                </c:pt>
                <c:pt idx="18">
                  <c:v>8986.0</c:v>
                </c:pt>
                <c:pt idx="19">
                  <c:v>8674.0</c:v>
                </c:pt>
                <c:pt idx="20">
                  <c:v>7431.0</c:v>
                </c:pt>
                <c:pt idx="21">
                  <c:v>6880.0</c:v>
                </c:pt>
                <c:pt idx="22">
                  <c:v>8268.0</c:v>
                </c:pt>
                <c:pt idx="23">
                  <c:v>6855.0</c:v>
                </c:pt>
                <c:pt idx="24">
                  <c:v>7057.0</c:v>
                </c:pt>
                <c:pt idx="25">
                  <c:v>6485.0</c:v>
                </c:pt>
                <c:pt idx="26">
                  <c:v>6912.0</c:v>
                </c:pt>
                <c:pt idx="27">
                  <c:v>6358.0</c:v>
                </c:pt>
                <c:pt idx="28">
                  <c:v>6221.0</c:v>
                </c:pt>
                <c:pt idx="29">
                  <c:v>6169.0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2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3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2</c:v>
                </c:pt>
                <c:pt idx="6">
                  <c:v>0</c:v>
                </c:pt>
                <c:pt idx="7">
                  <c:v>3</c:v>
                </c:pt>
                <c:pt idx="8">
                  <c:v>1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  <c:pt idx="12">
                  <c:v>3</c:v>
                </c:pt>
                <c:pt idx="13">
                  <c:v>3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  <c:pt idx="18">
                  <c:v>5</c:v>
                </c:pt>
                <c:pt idx="19">
                  <c:v>3</c:v>
                </c:pt>
                <c:pt idx="20">
                  <c:v>2</c:v>
                </c:pt>
                <c:pt idx="21">
                  <c:v>2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2</c:v>
                </c:pt>
                <c:pt idx="26">
                  <c:v>3</c:v>
                </c:pt>
                <c:pt idx="27">
                  <c:v>0</c:v>
                </c:pt>
                <c:pt idx="28">
                  <c:v>2</c:v>
                </c:pt>
                <c:pt idx="29">
                  <c:v>2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6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5024.0</c:v>
                </c:pt>
                <c:pt idx="1">
                  <c:v>5236.0</c:v>
                </c:pt>
                <c:pt idx="2">
                  <c:v>5647.0</c:v>
                </c:pt>
                <c:pt idx="3">
                  <c:v>4885.0</c:v>
                </c:pt>
                <c:pt idx="4">
                  <c:v>5936.0</c:v>
                </c:pt>
                <c:pt idx="5">
                  <c:v>5453.0</c:v>
                </c:pt>
                <c:pt idx="6">
                  <c:v>4665.0</c:v>
                </c:pt>
                <c:pt idx="7">
                  <c:v>4757.0</c:v>
                </c:pt>
                <c:pt idx="8">
                  <c:v>5725.0</c:v>
                </c:pt>
                <c:pt idx="9">
                  <c:v>4985.0</c:v>
                </c:pt>
                <c:pt idx="10">
                  <c:v>5770.0</c:v>
                </c:pt>
                <c:pt idx="11">
                  <c:v>6030.0</c:v>
                </c:pt>
                <c:pt idx="12">
                  <c:v>5057.0</c:v>
                </c:pt>
                <c:pt idx="13">
                  <c:v>4720.0</c:v>
                </c:pt>
                <c:pt idx="14">
                  <c:v>4883.0</c:v>
                </c:pt>
                <c:pt idx="15">
                  <c:v>5394.0</c:v>
                </c:pt>
                <c:pt idx="16">
                  <c:v>5157.0</c:v>
                </c:pt>
                <c:pt idx="17">
                  <c:v>5352.0</c:v>
                </c:pt>
                <c:pt idx="18">
                  <c:v>7165.0</c:v>
                </c:pt>
                <c:pt idx="19">
                  <c:v>7025.0</c:v>
                </c:pt>
                <c:pt idx="20">
                  <c:v>5726.0</c:v>
                </c:pt>
                <c:pt idx="21">
                  <c:v>6124.0</c:v>
                </c:pt>
                <c:pt idx="22">
                  <c:v>6040.0</c:v>
                </c:pt>
                <c:pt idx="23">
                  <c:v>5510.0</c:v>
                </c:pt>
                <c:pt idx="24">
                  <c:v>5500.0</c:v>
                </c:pt>
                <c:pt idx="25">
                  <c:v>5486.0</c:v>
                </c:pt>
                <c:pt idx="26">
                  <c:v>4931.0</c:v>
                </c:pt>
                <c:pt idx="27">
                  <c:v>5298.0</c:v>
                </c:pt>
                <c:pt idx="28">
                  <c:v>5167.0</c:v>
                </c:pt>
                <c:pt idx="29">
                  <c:v>5510.0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5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4</c:v>
                </c:pt>
                <c:pt idx="9">
                  <c:v>2</c:v>
                </c:pt>
                <c:pt idx="10">
                  <c:v>3</c:v>
                </c:pt>
                <c:pt idx="11">
                  <c:v>3</c:v>
                </c:pt>
                <c:pt idx="12">
                  <c:v>2</c:v>
                </c:pt>
                <c:pt idx="13">
                  <c:v>3</c:v>
                </c:pt>
                <c:pt idx="14">
                  <c:v>2</c:v>
                </c:pt>
                <c:pt idx="15">
                  <c:v>2</c:v>
                </c:pt>
                <c:pt idx="16">
                  <c:v>3</c:v>
                </c:pt>
                <c:pt idx="17">
                  <c:v>2</c:v>
                </c:pt>
                <c:pt idx="18">
                  <c:v>5</c:v>
                </c:pt>
                <c:pt idx="19">
                  <c:v>5</c:v>
                </c:pt>
                <c:pt idx="20">
                  <c:v>3</c:v>
                </c:pt>
                <c:pt idx="21">
                  <c:v>4</c:v>
                </c:pt>
                <c:pt idx="22">
                  <c:v>4</c:v>
                </c:pt>
                <c:pt idx="23">
                  <c:v>2</c:v>
                </c:pt>
                <c:pt idx="24">
                  <c:v>3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3</c:v>
                </c:pt>
                <c:pt idx="29">
                  <c:v>2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6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5306.0</c:v>
                </c:pt>
                <c:pt idx="1">
                  <c:v>5400.0</c:v>
                </c:pt>
                <c:pt idx="2">
                  <c:v>5875.0</c:v>
                </c:pt>
                <c:pt idx="3">
                  <c:v>5385.0</c:v>
                </c:pt>
                <c:pt idx="4">
                  <c:v>6379.0</c:v>
                </c:pt>
                <c:pt idx="5">
                  <c:v>5592.0</c:v>
                </c:pt>
                <c:pt idx="6">
                  <c:v>5224.0</c:v>
                </c:pt>
                <c:pt idx="7">
                  <c:v>5713.0</c:v>
                </c:pt>
                <c:pt idx="8">
                  <c:v>6167.0</c:v>
                </c:pt>
                <c:pt idx="9">
                  <c:v>6087.0</c:v>
                </c:pt>
                <c:pt idx="10">
                  <c:v>5625.0</c:v>
                </c:pt>
                <c:pt idx="11">
                  <c:v>6399.0</c:v>
                </c:pt>
                <c:pt idx="12">
                  <c:v>6371.0</c:v>
                </c:pt>
                <c:pt idx="13">
                  <c:v>5362.0</c:v>
                </c:pt>
                <c:pt idx="14">
                  <c:v>5881.0</c:v>
                </c:pt>
                <c:pt idx="15">
                  <c:v>5535.0</c:v>
                </c:pt>
                <c:pt idx="16">
                  <c:v>6056.0</c:v>
                </c:pt>
                <c:pt idx="17">
                  <c:v>5792.0</c:v>
                </c:pt>
                <c:pt idx="18">
                  <c:v>7126.0</c:v>
                </c:pt>
                <c:pt idx="19">
                  <c:v>7516.0</c:v>
                </c:pt>
                <c:pt idx="20">
                  <c:v>4173.0</c:v>
                </c:pt>
                <c:pt idx="21">
                  <c:v>4050.0</c:v>
                </c:pt>
                <c:pt idx="22">
                  <c:v>3963.0</c:v>
                </c:pt>
                <c:pt idx="23">
                  <c:v>3533.0</c:v>
                </c:pt>
                <c:pt idx="24">
                  <c:v>3718.0</c:v>
                </c:pt>
                <c:pt idx="25">
                  <c:v>3906.0</c:v>
                </c:pt>
                <c:pt idx="26">
                  <c:v>4655.0</c:v>
                </c:pt>
                <c:pt idx="27">
                  <c:v>3603.0</c:v>
                </c:pt>
                <c:pt idx="28">
                  <c:v>3854.0</c:v>
                </c:pt>
                <c:pt idx="29">
                  <c:v>3193.0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5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3</c:v>
                </c:pt>
                <c:pt idx="11">
                  <c:v>2</c:v>
                </c:pt>
                <c:pt idx="12">
                  <c:v>3</c:v>
                </c:pt>
                <c:pt idx="13">
                  <c:v>2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5</c:v>
                </c:pt>
                <c:pt idx="19">
                  <c:v>5</c:v>
                </c:pt>
                <c:pt idx="20">
                  <c:v>3</c:v>
                </c:pt>
                <c:pt idx="21">
                  <c:v>1</c:v>
                </c:pt>
                <c:pt idx="22">
                  <c:v>2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2</c:v>
                </c:pt>
                <c:pt idx="27">
                  <c:v>2</c:v>
                </c:pt>
                <c:pt idx="28">
                  <c:v>1</c:v>
                </c:pt>
                <c:pt idx="29">
                  <c:v>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6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5720.0</c:v>
                </c:pt>
                <c:pt idx="1">
                  <c:v>6470.0</c:v>
                </c:pt>
                <c:pt idx="2">
                  <c:v>6857.0</c:v>
                </c:pt>
                <c:pt idx="3">
                  <c:v>6960.0</c:v>
                </c:pt>
                <c:pt idx="4">
                  <c:v>6986.0</c:v>
                </c:pt>
                <c:pt idx="5">
                  <c:v>7601.0</c:v>
                </c:pt>
                <c:pt idx="6">
                  <c:v>6059.0</c:v>
                </c:pt>
                <c:pt idx="7">
                  <c:v>5998.0</c:v>
                </c:pt>
                <c:pt idx="8">
                  <c:v>5707.0</c:v>
                </c:pt>
                <c:pt idx="9">
                  <c:v>6401.0</c:v>
                </c:pt>
                <c:pt idx="10">
                  <c:v>6682.0</c:v>
                </c:pt>
                <c:pt idx="11">
                  <c:v>6783.0</c:v>
                </c:pt>
                <c:pt idx="12">
                  <c:v>6685.0</c:v>
                </c:pt>
                <c:pt idx="13">
                  <c:v>5964.0</c:v>
                </c:pt>
                <c:pt idx="14">
                  <c:v>6158.0</c:v>
                </c:pt>
                <c:pt idx="15">
                  <c:v>6213.0</c:v>
                </c:pt>
                <c:pt idx="16">
                  <c:v>5618.0</c:v>
                </c:pt>
                <c:pt idx="17">
                  <c:v>5860.0</c:v>
                </c:pt>
                <c:pt idx="18">
                  <c:v>7201.0</c:v>
                </c:pt>
                <c:pt idx="19">
                  <c:v>9260.0</c:v>
                </c:pt>
                <c:pt idx="20">
                  <c:v>6968.0</c:v>
                </c:pt>
                <c:pt idx="21">
                  <c:v>7633.0</c:v>
                </c:pt>
                <c:pt idx="22">
                  <c:v>7965.0</c:v>
                </c:pt>
                <c:pt idx="23">
                  <c:v>6999.0</c:v>
                </c:pt>
                <c:pt idx="24">
                  <c:v>7063.0</c:v>
                </c:pt>
                <c:pt idx="25">
                  <c:v>7117.0</c:v>
                </c:pt>
                <c:pt idx="26">
                  <c:v>7139.0</c:v>
                </c:pt>
                <c:pt idx="27">
                  <c:v>6621.0</c:v>
                </c:pt>
                <c:pt idx="28">
                  <c:v>6230.0</c:v>
                </c:pt>
                <c:pt idx="29">
                  <c:v>6430.0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2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3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</c:v>
                </c:pt>
                <c:pt idx="18">
                  <c:v>1</c:v>
                </c:pt>
                <c:pt idx="19">
                  <c:v>2</c:v>
                </c:pt>
                <c:pt idx="20">
                  <c:v>1</c:v>
                </c:pt>
                <c:pt idx="21">
                  <c:v>0</c:v>
                </c:pt>
                <c:pt idx="22">
                  <c:v>1</c:v>
                </c:pt>
                <c:pt idx="23">
                  <c:v>0</c:v>
                </c:pt>
                <c:pt idx="24">
                  <c:v>1</c:v>
                </c:pt>
                <c:pt idx="25">
                  <c:v>0</c:v>
                </c:pt>
                <c:pt idx="26">
                  <c:v>2</c:v>
                </c:pt>
                <c:pt idx="27">
                  <c:v>0</c:v>
                </c:pt>
                <c:pt idx="28">
                  <c:v>2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5429.0</c:v>
                </c:pt>
                <c:pt idx="1">
                  <c:v>5129.0</c:v>
                </c:pt>
                <c:pt idx="2">
                  <c:v>5042.0</c:v>
                </c:pt>
                <c:pt idx="3">
                  <c:v>5389.0</c:v>
                </c:pt>
                <c:pt idx="4">
                  <c:v>6610.0</c:v>
                </c:pt>
                <c:pt idx="5">
                  <c:v>5710.0</c:v>
                </c:pt>
                <c:pt idx="6">
                  <c:v>4664.0</c:v>
                </c:pt>
                <c:pt idx="7">
                  <c:v>4680.0</c:v>
                </c:pt>
                <c:pt idx="8">
                  <c:v>5134.0</c:v>
                </c:pt>
                <c:pt idx="9">
                  <c:v>5636.0</c:v>
                </c:pt>
                <c:pt idx="10">
                  <c:v>5161.0</c:v>
                </c:pt>
                <c:pt idx="11">
                  <c:v>5620.0</c:v>
                </c:pt>
                <c:pt idx="12">
                  <c:v>5213.0</c:v>
                </c:pt>
                <c:pt idx="13">
                  <c:v>4997.0</c:v>
                </c:pt>
                <c:pt idx="14">
                  <c:v>4639.0</c:v>
                </c:pt>
                <c:pt idx="15">
                  <c:v>5523.0</c:v>
                </c:pt>
                <c:pt idx="16">
                  <c:v>5322.0</c:v>
                </c:pt>
                <c:pt idx="17">
                  <c:v>5665.0</c:v>
                </c:pt>
                <c:pt idx="18">
                  <c:v>7510.0</c:v>
                </c:pt>
                <c:pt idx="19">
                  <c:v>7327.0</c:v>
                </c:pt>
                <c:pt idx="20">
                  <c:v>5998.0</c:v>
                </c:pt>
                <c:pt idx="21">
                  <c:v>6273.0</c:v>
                </c:pt>
                <c:pt idx="22">
                  <c:v>6296.0</c:v>
                </c:pt>
                <c:pt idx="23">
                  <c:v>5543.0</c:v>
                </c:pt>
                <c:pt idx="24">
                  <c:v>5089.0</c:v>
                </c:pt>
                <c:pt idx="25">
                  <c:v>5929.0</c:v>
                </c:pt>
                <c:pt idx="26">
                  <c:v>5423.0</c:v>
                </c:pt>
                <c:pt idx="27">
                  <c:v>4901.0</c:v>
                </c:pt>
                <c:pt idx="28">
                  <c:v>5490.0</c:v>
                </c:pt>
                <c:pt idx="29">
                  <c:v>5209.0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5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</c:v>
                </c:pt>
                <c:pt idx="20">
                  <c:v>0</c:v>
                </c:pt>
                <c:pt idx="21">
                  <c:v>0</c:v>
                </c:pt>
                <c:pt idx="22">
                  <c:v>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4714.0</c:v>
                </c:pt>
                <c:pt idx="1">
                  <c:v>5007.0</c:v>
                </c:pt>
                <c:pt idx="2">
                  <c:v>4555.0</c:v>
                </c:pt>
                <c:pt idx="3">
                  <c:v>4867.0</c:v>
                </c:pt>
                <c:pt idx="4">
                  <c:v>5876.0</c:v>
                </c:pt>
                <c:pt idx="5">
                  <c:v>5344.0</c:v>
                </c:pt>
                <c:pt idx="6">
                  <c:v>4731.0</c:v>
                </c:pt>
                <c:pt idx="7">
                  <c:v>4724.0</c:v>
                </c:pt>
                <c:pt idx="8">
                  <c:v>4733.0</c:v>
                </c:pt>
                <c:pt idx="9">
                  <c:v>4797.0</c:v>
                </c:pt>
                <c:pt idx="10">
                  <c:v>4814.0</c:v>
                </c:pt>
                <c:pt idx="11">
                  <c:v>5689.0</c:v>
                </c:pt>
                <c:pt idx="12">
                  <c:v>5347.0</c:v>
                </c:pt>
                <c:pt idx="13">
                  <c:v>4503.0</c:v>
                </c:pt>
                <c:pt idx="14">
                  <c:v>4419.0</c:v>
                </c:pt>
                <c:pt idx="15">
                  <c:v>4985.0</c:v>
                </c:pt>
                <c:pt idx="16">
                  <c:v>4531.0</c:v>
                </c:pt>
                <c:pt idx="17">
                  <c:v>4956.0</c:v>
                </c:pt>
                <c:pt idx="18">
                  <c:v>6581.0</c:v>
                </c:pt>
                <c:pt idx="19">
                  <c:v>6108.0</c:v>
                </c:pt>
                <c:pt idx="20">
                  <c:v>5608.0</c:v>
                </c:pt>
                <c:pt idx="21">
                  <c:v>5732.0</c:v>
                </c:pt>
                <c:pt idx="22">
                  <c:v>5597.0</c:v>
                </c:pt>
                <c:pt idx="23">
                  <c:v>4586.0</c:v>
                </c:pt>
                <c:pt idx="24">
                  <c:v>4506.0</c:v>
                </c:pt>
                <c:pt idx="25">
                  <c:v>5372.0</c:v>
                </c:pt>
                <c:pt idx="26">
                  <c:v>4957.0</c:v>
                </c:pt>
                <c:pt idx="27">
                  <c:v>4511.0</c:v>
                </c:pt>
                <c:pt idx="28">
                  <c:v>4563.0</c:v>
                </c:pt>
                <c:pt idx="29">
                  <c:v>4367.0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8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1</c:v>
                </c:pt>
                <c:pt idx="15">
                  <c:v>0</c:v>
                </c:pt>
                <c:pt idx="16">
                  <c:v>0</c:v>
                </c:pt>
                <c:pt idx="17">
                  <c:v>2</c:v>
                </c:pt>
                <c:pt idx="18">
                  <c:v>1</c:v>
                </c:pt>
                <c:pt idx="19">
                  <c:v>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1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</c:v>
                </c:pt>
                <c:pt idx="29">
                  <c:v>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6446.0</c:v>
                </c:pt>
                <c:pt idx="1">
                  <c:v>7419.0</c:v>
                </c:pt>
                <c:pt idx="2">
                  <c:v>6684.0</c:v>
                </c:pt>
                <c:pt idx="3">
                  <c:v>6072.0</c:v>
                </c:pt>
                <c:pt idx="4">
                  <c:v>6535.0</c:v>
                </c:pt>
                <c:pt idx="5">
                  <c:v>7846.0</c:v>
                </c:pt>
                <c:pt idx="6">
                  <c:v>6151.0</c:v>
                </c:pt>
                <c:pt idx="7">
                  <c:v>7344.0</c:v>
                </c:pt>
                <c:pt idx="8">
                  <c:v>6827.0</c:v>
                </c:pt>
                <c:pt idx="9">
                  <c:v>6949.0</c:v>
                </c:pt>
                <c:pt idx="10">
                  <c:v>7053.0</c:v>
                </c:pt>
                <c:pt idx="11">
                  <c:v>6564.0</c:v>
                </c:pt>
                <c:pt idx="12">
                  <c:v>7536.0</c:v>
                </c:pt>
                <c:pt idx="13">
                  <c:v>5989.0</c:v>
                </c:pt>
                <c:pt idx="14">
                  <c:v>6715.0</c:v>
                </c:pt>
                <c:pt idx="15">
                  <c:v>7190.0</c:v>
                </c:pt>
                <c:pt idx="16">
                  <c:v>7941.0</c:v>
                </c:pt>
                <c:pt idx="17">
                  <c:v>7711.0</c:v>
                </c:pt>
                <c:pt idx="18">
                  <c:v>10351.0</c:v>
                </c:pt>
                <c:pt idx="19">
                  <c:v>10426.0</c:v>
                </c:pt>
                <c:pt idx="20">
                  <c:v>8513.0</c:v>
                </c:pt>
                <c:pt idx="21">
                  <c:v>7204.0</c:v>
                </c:pt>
                <c:pt idx="22">
                  <c:v>7536.0</c:v>
                </c:pt>
                <c:pt idx="23">
                  <c:v>6073.0</c:v>
                </c:pt>
                <c:pt idx="24">
                  <c:v>8074.0</c:v>
                </c:pt>
                <c:pt idx="25">
                  <c:v>7957.0</c:v>
                </c:pt>
                <c:pt idx="26">
                  <c:v>7682.0</c:v>
                </c:pt>
                <c:pt idx="27">
                  <c:v>5883.0</c:v>
                </c:pt>
                <c:pt idx="28">
                  <c:v>6990.0</c:v>
                </c:pt>
                <c:pt idx="29">
                  <c:v>6888.0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2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3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  <c:pt idx="9">
                  <c:v>1</c:v>
                </c:pt>
                <c:pt idx="10">
                  <c:v>2</c:v>
                </c:pt>
                <c:pt idx="11">
                  <c:v>1</c:v>
                </c:pt>
                <c:pt idx="12">
                  <c:v>0</c:v>
                </c:pt>
                <c:pt idx="13">
                  <c:v>1</c:v>
                </c:pt>
                <c:pt idx="14">
                  <c:v>1</c:v>
                </c:pt>
                <c:pt idx="15">
                  <c:v>2</c:v>
                </c:pt>
                <c:pt idx="16">
                  <c:v>1</c:v>
                </c:pt>
                <c:pt idx="17">
                  <c:v>1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1</c:v>
                </c:pt>
                <c:pt idx="22">
                  <c:v>2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7179.0</c:v>
                </c:pt>
                <c:pt idx="1">
                  <c:v>7091.0</c:v>
                </c:pt>
                <c:pt idx="2">
                  <c:v>7603.0</c:v>
                </c:pt>
                <c:pt idx="3">
                  <c:v>6392.0</c:v>
                </c:pt>
                <c:pt idx="4">
                  <c:v>8380.0</c:v>
                </c:pt>
                <c:pt idx="5">
                  <c:v>6876.0</c:v>
                </c:pt>
                <c:pt idx="6">
                  <c:v>6113.0</c:v>
                </c:pt>
                <c:pt idx="7">
                  <c:v>6096.0</c:v>
                </c:pt>
                <c:pt idx="8">
                  <c:v>6896.0</c:v>
                </c:pt>
                <c:pt idx="9">
                  <c:v>7161.0</c:v>
                </c:pt>
                <c:pt idx="10">
                  <c:v>6766.0</c:v>
                </c:pt>
                <c:pt idx="11">
                  <c:v>6260.0</c:v>
                </c:pt>
                <c:pt idx="12">
                  <c:v>7073.0</c:v>
                </c:pt>
                <c:pt idx="13">
                  <c:v>6985.0</c:v>
                </c:pt>
                <c:pt idx="14">
                  <c:v>7251.0</c:v>
                </c:pt>
                <c:pt idx="15">
                  <c:v>6585.0</c:v>
                </c:pt>
                <c:pt idx="16">
                  <c:v>6581.0</c:v>
                </c:pt>
                <c:pt idx="17">
                  <c:v>6557.0</c:v>
                </c:pt>
                <c:pt idx="18">
                  <c:v>8051.0</c:v>
                </c:pt>
                <c:pt idx="19">
                  <c:v>7525.0</c:v>
                </c:pt>
                <c:pt idx="20">
                  <c:v>8523.0</c:v>
                </c:pt>
                <c:pt idx="21">
                  <c:v>8132.0</c:v>
                </c:pt>
                <c:pt idx="22">
                  <c:v>8065.0</c:v>
                </c:pt>
                <c:pt idx="23">
                  <c:v>6009.0</c:v>
                </c:pt>
                <c:pt idx="24">
                  <c:v>6807.0</c:v>
                </c:pt>
                <c:pt idx="25">
                  <c:v>7587.0</c:v>
                </c:pt>
                <c:pt idx="26">
                  <c:v>6298.0</c:v>
                </c:pt>
                <c:pt idx="27">
                  <c:v>7091.0</c:v>
                </c:pt>
                <c:pt idx="28">
                  <c:v>7174.0</c:v>
                </c:pt>
                <c:pt idx="29">
                  <c:v>6737.0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5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  <c:pt idx="18">
                  <c:v>4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4</c:v>
                </c:pt>
                <c:pt idx="23">
                  <c:v>1</c:v>
                </c:pt>
                <c:pt idx="24">
                  <c:v>1</c:v>
                </c:pt>
                <c:pt idx="25">
                  <c:v>2</c:v>
                </c:pt>
                <c:pt idx="26">
                  <c:v>2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7236.0</c:v>
                </c:pt>
                <c:pt idx="1">
                  <c:v>7587.0</c:v>
                </c:pt>
                <c:pt idx="2">
                  <c:v>7215.0</c:v>
                </c:pt>
                <c:pt idx="3">
                  <c:v>6877.0</c:v>
                </c:pt>
                <c:pt idx="4">
                  <c:v>7438.0</c:v>
                </c:pt>
                <c:pt idx="5">
                  <c:v>7527.0</c:v>
                </c:pt>
                <c:pt idx="6">
                  <c:v>5374.0</c:v>
                </c:pt>
                <c:pt idx="7">
                  <c:v>7695.0</c:v>
                </c:pt>
                <c:pt idx="8">
                  <c:v>7336.0</c:v>
                </c:pt>
                <c:pt idx="9">
                  <c:v>7577.0</c:v>
                </c:pt>
                <c:pt idx="10">
                  <c:v>5848.0</c:v>
                </c:pt>
                <c:pt idx="11">
                  <c:v>8028.0</c:v>
                </c:pt>
                <c:pt idx="12">
                  <c:v>6960.0</c:v>
                </c:pt>
                <c:pt idx="13">
                  <c:v>6625.0</c:v>
                </c:pt>
                <c:pt idx="14">
                  <c:v>5835.0</c:v>
                </c:pt>
                <c:pt idx="15">
                  <c:v>5965.0</c:v>
                </c:pt>
                <c:pt idx="16">
                  <c:v>6407.0</c:v>
                </c:pt>
                <c:pt idx="17">
                  <c:v>5958.0</c:v>
                </c:pt>
                <c:pt idx="18">
                  <c:v>8086.0</c:v>
                </c:pt>
                <c:pt idx="19">
                  <c:v>8249.0</c:v>
                </c:pt>
                <c:pt idx="20">
                  <c:v>7730.0</c:v>
                </c:pt>
                <c:pt idx="21">
                  <c:v>6721.0</c:v>
                </c:pt>
                <c:pt idx="22">
                  <c:v>6843.0</c:v>
                </c:pt>
                <c:pt idx="23">
                  <c:v>5905.0</c:v>
                </c:pt>
                <c:pt idx="24">
                  <c:v>7875.0</c:v>
                </c:pt>
                <c:pt idx="25">
                  <c:v>7726.0</c:v>
                </c:pt>
                <c:pt idx="26">
                  <c:v>6683.0</c:v>
                </c:pt>
                <c:pt idx="27">
                  <c:v>7535.0</c:v>
                </c:pt>
                <c:pt idx="28">
                  <c:v>6828.0</c:v>
                </c:pt>
                <c:pt idx="29">
                  <c:v>6697.0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5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1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1</c:v>
                </c:pt>
                <c:pt idx="16">
                  <c:v>1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1</c:v>
                </c:pt>
                <c:pt idx="22">
                  <c:v>2</c:v>
                </c:pt>
                <c:pt idx="23">
                  <c:v>1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1</c:v>
                </c:pt>
                <c:pt idx="28">
                  <c:v>1</c:v>
                </c:pt>
                <c:pt idx="29">
                  <c:v>2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5000.0</c:v>
                </c:pt>
                <c:pt idx="1">
                  <c:v>5707.0</c:v>
                </c:pt>
                <c:pt idx="2">
                  <c:v>5588.0</c:v>
                </c:pt>
                <c:pt idx="3">
                  <c:v>5774.0</c:v>
                </c:pt>
                <c:pt idx="4">
                  <c:v>5017.0</c:v>
                </c:pt>
                <c:pt idx="5">
                  <c:v>5851.0</c:v>
                </c:pt>
                <c:pt idx="6">
                  <c:v>4953.0</c:v>
                </c:pt>
                <c:pt idx="7">
                  <c:v>5191.0</c:v>
                </c:pt>
                <c:pt idx="8">
                  <c:v>5120.0</c:v>
                </c:pt>
                <c:pt idx="9">
                  <c:v>4585.0</c:v>
                </c:pt>
                <c:pt idx="10">
                  <c:v>4730.0</c:v>
                </c:pt>
                <c:pt idx="11">
                  <c:v>6684.0</c:v>
                </c:pt>
                <c:pt idx="12">
                  <c:v>5848.0</c:v>
                </c:pt>
                <c:pt idx="13">
                  <c:v>4227.0</c:v>
                </c:pt>
                <c:pt idx="14">
                  <c:v>5280.0</c:v>
                </c:pt>
                <c:pt idx="15">
                  <c:v>4810.0</c:v>
                </c:pt>
                <c:pt idx="16">
                  <c:v>5100.0</c:v>
                </c:pt>
                <c:pt idx="17">
                  <c:v>5707.0</c:v>
                </c:pt>
                <c:pt idx="18">
                  <c:v>7029.0</c:v>
                </c:pt>
                <c:pt idx="19">
                  <c:v>7021.0</c:v>
                </c:pt>
                <c:pt idx="20">
                  <c:v>6897.0</c:v>
                </c:pt>
                <c:pt idx="21">
                  <c:v>6245.0</c:v>
                </c:pt>
                <c:pt idx="22">
                  <c:v>6349.0</c:v>
                </c:pt>
                <c:pt idx="23">
                  <c:v>5643.0</c:v>
                </c:pt>
                <c:pt idx="24">
                  <c:v>6171.0</c:v>
                </c:pt>
                <c:pt idx="25">
                  <c:v>6792.0</c:v>
                </c:pt>
                <c:pt idx="26">
                  <c:v>6561.0</c:v>
                </c:pt>
                <c:pt idx="27">
                  <c:v>5259.0</c:v>
                </c:pt>
                <c:pt idx="28">
                  <c:v>5881.0</c:v>
                </c:pt>
                <c:pt idx="29">
                  <c:v>5686.0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8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2</c:v>
                </c:pt>
                <c:pt idx="12">
                  <c:v>1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5631.0</c:v>
                </c:pt>
                <c:pt idx="1">
                  <c:v>5721.0</c:v>
                </c:pt>
                <c:pt idx="2">
                  <c:v>5955.0</c:v>
                </c:pt>
                <c:pt idx="3">
                  <c:v>5149.0</c:v>
                </c:pt>
                <c:pt idx="4">
                  <c:v>5238.0</c:v>
                </c:pt>
                <c:pt idx="5">
                  <c:v>5933.0</c:v>
                </c:pt>
                <c:pt idx="6">
                  <c:v>4812.0</c:v>
                </c:pt>
                <c:pt idx="7">
                  <c:v>4685.0</c:v>
                </c:pt>
                <c:pt idx="8">
                  <c:v>5297.0</c:v>
                </c:pt>
                <c:pt idx="9">
                  <c:v>4311.0</c:v>
                </c:pt>
                <c:pt idx="10">
                  <c:v>4754.0</c:v>
                </c:pt>
                <c:pt idx="11">
                  <c:v>5692.0</c:v>
                </c:pt>
                <c:pt idx="12">
                  <c:v>5293.0</c:v>
                </c:pt>
                <c:pt idx="13">
                  <c:v>4305.0</c:v>
                </c:pt>
                <c:pt idx="14">
                  <c:v>5641.0</c:v>
                </c:pt>
                <c:pt idx="15">
                  <c:v>5087.0</c:v>
                </c:pt>
                <c:pt idx="16">
                  <c:v>4836.0</c:v>
                </c:pt>
                <c:pt idx="17">
                  <c:v>6129.0</c:v>
                </c:pt>
                <c:pt idx="18">
                  <c:v>7514.0</c:v>
                </c:pt>
                <c:pt idx="19">
                  <c:v>7984.0</c:v>
                </c:pt>
                <c:pt idx="20">
                  <c:v>6783.0</c:v>
                </c:pt>
                <c:pt idx="21">
                  <c:v>6451.0</c:v>
                </c:pt>
                <c:pt idx="22">
                  <c:v>5727.0</c:v>
                </c:pt>
                <c:pt idx="23">
                  <c:v>5186.0</c:v>
                </c:pt>
                <c:pt idx="24">
                  <c:v>5926.0</c:v>
                </c:pt>
                <c:pt idx="25">
                  <c:v>5577.0</c:v>
                </c:pt>
                <c:pt idx="26">
                  <c:v>5803.0</c:v>
                </c:pt>
                <c:pt idx="27">
                  <c:v>4868.0</c:v>
                </c:pt>
                <c:pt idx="28">
                  <c:v>5651.0</c:v>
                </c:pt>
                <c:pt idx="29">
                  <c:v>4937.0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5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0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2</c:v>
                </c:pt>
                <c:pt idx="19">
                  <c:v>2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0</c:v>
                </c:pt>
                <c:pt idx="24">
                  <c:v>0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2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4657.0</c:v>
                </c:pt>
                <c:pt idx="1">
                  <c:v>5212.0</c:v>
                </c:pt>
                <c:pt idx="2">
                  <c:v>4527.0</c:v>
                </c:pt>
                <c:pt idx="3">
                  <c:v>5774.0</c:v>
                </c:pt>
                <c:pt idx="4">
                  <c:v>4876.0</c:v>
                </c:pt>
                <c:pt idx="5">
                  <c:v>5395.0</c:v>
                </c:pt>
                <c:pt idx="6">
                  <c:v>4397.0</c:v>
                </c:pt>
                <c:pt idx="7">
                  <c:v>4666.0</c:v>
                </c:pt>
                <c:pt idx="8">
                  <c:v>4994.0</c:v>
                </c:pt>
                <c:pt idx="9">
                  <c:v>5281.0</c:v>
                </c:pt>
                <c:pt idx="10">
                  <c:v>5480.0</c:v>
                </c:pt>
                <c:pt idx="11">
                  <c:v>4796.0</c:v>
                </c:pt>
                <c:pt idx="12">
                  <c:v>5076.0</c:v>
                </c:pt>
                <c:pt idx="13">
                  <c:v>4857.0</c:v>
                </c:pt>
                <c:pt idx="14">
                  <c:v>5517.0</c:v>
                </c:pt>
                <c:pt idx="15">
                  <c:v>4700.0</c:v>
                </c:pt>
                <c:pt idx="16">
                  <c:v>5455.0</c:v>
                </c:pt>
                <c:pt idx="17">
                  <c:v>5844.0</c:v>
                </c:pt>
                <c:pt idx="18">
                  <c:v>7234.0</c:v>
                </c:pt>
                <c:pt idx="19">
                  <c:v>7443.0</c:v>
                </c:pt>
                <c:pt idx="20">
                  <c:v>6569.0</c:v>
                </c:pt>
                <c:pt idx="21">
                  <c:v>5117.0</c:v>
                </c:pt>
                <c:pt idx="22">
                  <c:v>6739.0</c:v>
                </c:pt>
                <c:pt idx="23">
                  <c:v>5325.0</c:v>
                </c:pt>
                <c:pt idx="24">
                  <c:v>5204.0</c:v>
                </c:pt>
                <c:pt idx="25">
                  <c:v>6740.0</c:v>
                </c:pt>
                <c:pt idx="26">
                  <c:v>4798.0</c:v>
                </c:pt>
                <c:pt idx="27">
                  <c:v>5321.0</c:v>
                </c:pt>
                <c:pt idx="28">
                  <c:v>4787.0</c:v>
                </c:pt>
                <c:pt idx="29">
                  <c:v>5627.0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5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2</c:v>
                </c:pt>
                <c:pt idx="20">
                  <c:v>1</c:v>
                </c:pt>
                <c:pt idx="21">
                  <c:v>0</c:v>
                </c:pt>
                <c:pt idx="22">
                  <c:v>1</c:v>
                </c:pt>
                <c:pt idx="23">
                  <c:v>1</c:v>
                </c:pt>
                <c:pt idx="24">
                  <c:v>0</c:v>
                </c:pt>
                <c:pt idx="25">
                  <c:v>1</c:v>
                </c:pt>
                <c:pt idx="26">
                  <c:v>0</c:v>
                </c:pt>
                <c:pt idx="27">
                  <c:v>1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3939.0</c:v>
                </c:pt>
                <c:pt idx="1">
                  <c:v>4853.0</c:v>
                </c:pt>
                <c:pt idx="2">
                  <c:v>5070.0</c:v>
                </c:pt>
                <c:pt idx="3">
                  <c:v>5030.0</c:v>
                </c:pt>
                <c:pt idx="4">
                  <c:v>4975.0</c:v>
                </c:pt>
                <c:pt idx="5">
                  <c:v>4735.0</c:v>
                </c:pt>
                <c:pt idx="6">
                  <c:v>3758.0</c:v>
                </c:pt>
                <c:pt idx="7">
                  <c:v>4649.0</c:v>
                </c:pt>
                <c:pt idx="8">
                  <c:v>4133.0</c:v>
                </c:pt>
                <c:pt idx="9">
                  <c:v>4725.0</c:v>
                </c:pt>
                <c:pt idx="10">
                  <c:v>4312.0</c:v>
                </c:pt>
                <c:pt idx="11">
                  <c:v>5427.0</c:v>
                </c:pt>
                <c:pt idx="12">
                  <c:v>4311.0</c:v>
                </c:pt>
                <c:pt idx="13">
                  <c:v>4690.0</c:v>
                </c:pt>
                <c:pt idx="14">
                  <c:v>4423.0</c:v>
                </c:pt>
                <c:pt idx="15">
                  <c:v>4698.0</c:v>
                </c:pt>
                <c:pt idx="16">
                  <c:v>4324.0</c:v>
                </c:pt>
                <c:pt idx="17">
                  <c:v>4526.0</c:v>
                </c:pt>
                <c:pt idx="18">
                  <c:v>6734.0</c:v>
                </c:pt>
                <c:pt idx="19">
                  <c:v>5465.0</c:v>
                </c:pt>
                <c:pt idx="20">
                  <c:v>5050.0</c:v>
                </c:pt>
                <c:pt idx="21">
                  <c:v>5829.0</c:v>
                </c:pt>
                <c:pt idx="22">
                  <c:v>5492.0</c:v>
                </c:pt>
                <c:pt idx="23">
                  <c:v>3765.0</c:v>
                </c:pt>
                <c:pt idx="24">
                  <c:v>5413.0</c:v>
                </c:pt>
                <c:pt idx="25">
                  <c:v>5236.0</c:v>
                </c:pt>
                <c:pt idx="26">
                  <c:v>5644.0</c:v>
                </c:pt>
                <c:pt idx="27">
                  <c:v>3739.0</c:v>
                </c:pt>
                <c:pt idx="28">
                  <c:v>4052.0</c:v>
                </c:pt>
                <c:pt idx="29">
                  <c:v>4872.0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8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1</c:v>
                </c:pt>
                <c:pt idx="17">
                  <c:v>0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0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0</c:v>
                </c:pt>
                <c:pt idx="28">
                  <c:v>0</c:v>
                </c:pt>
                <c:pt idx="29">
                  <c:v>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4104.0</c:v>
                </c:pt>
                <c:pt idx="1">
                  <c:v>3720.0</c:v>
                </c:pt>
                <c:pt idx="2">
                  <c:v>4533.0</c:v>
                </c:pt>
                <c:pt idx="3">
                  <c:v>4072.0</c:v>
                </c:pt>
                <c:pt idx="4">
                  <c:v>4824.0</c:v>
                </c:pt>
                <c:pt idx="5">
                  <c:v>4421.0</c:v>
                </c:pt>
                <c:pt idx="6">
                  <c:v>3932.0</c:v>
                </c:pt>
                <c:pt idx="7">
                  <c:v>4124.0</c:v>
                </c:pt>
                <c:pt idx="8">
                  <c:v>3918.0</c:v>
                </c:pt>
                <c:pt idx="9">
                  <c:v>4479.0</c:v>
                </c:pt>
                <c:pt idx="10">
                  <c:v>4702.0</c:v>
                </c:pt>
                <c:pt idx="11">
                  <c:v>5051.0</c:v>
                </c:pt>
                <c:pt idx="12">
                  <c:v>5042.0</c:v>
                </c:pt>
                <c:pt idx="13">
                  <c:v>3949.0</c:v>
                </c:pt>
                <c:pt idx="14">
                  <c:v>3805.0</c:v>
                </c:pt>
                <c:pt idx="15">
                  <c:v>3688.0</c:v>
                </c:pt>
                <c:pt idx="16">
                  <c:v>4134.0</c:v>
                </c:pt>
                <c:pt idx="17">
                  <c:v>5106.0</c:v>
                </c:pt>
                <c:pt idx="18">
                  <c:v>5930.0</c:v>
                </c:pt>
                <c:pt idx="19">
                  <c:v>5242.0</c:v>
                </c:pt>
                <c:pt idx="20">
                  <c:v>4650.0</c:v>
                </c:pt>
                <c:pt idx="21">
                  <c:v>4690.0</c:v>
                </c:pt>
                <c:pt idx="22">
                  <c:v>5396.0</c:v>
                </c:pt>
                <c:pt idx="23">
                  <c:v>4736.0</c:v>
                </c:pt>
                <c:pt idx="24">
                  <c:v>4935.0</c:v>
                </c:pt>
                <c:pt idx="25">
                  <c:v>4473.0</c:v>
                </c:pt>
                <c:pt idx="26">
                  <c:v>4212.0</c:v>
                </c:pt>
                <c:pt idx="27">
                  <c:v>4638.0</c:v>
                </c:pt>
                <c:pt idx="28">
                  <c:v>4318.0</c:v>
                </c:pt>
                <c:pt idx="29">
                  <c:v>4032.0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8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0</c:v>
                </c:pt>
                <c:pt idx="14">
                  <c:v>1</c:v>
                </c:pt>
                <c:pt idx="15">
                  <c:v>0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0</c:v>
                </c:pt>
                <c:pt idx="22">
                  <c:v>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1</c:v>
                </c:pt>
                <c:pt idx="27">
                  <c:v>0</c:v>
                </c:pt>
                <c:pt idx="28">
                  <c:v>1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4444.0</c:v>
                </c:pt>
                <c:pt idx="15">
                  <c:v>4673.0</c:v>
                </c:pt>
                <c:pt idx="16">
                  <c:v>4473.0</c:v>
                </c:pt>
                <c:pt idx="17">
                  <c:v>3830.0</c:v>
                </c:pt>
                <c:pt idx="18">
                  <c:v>5814.0</c:v>
                </c:pt>
                <c:pt idx="19">
                  <c:v>5464.0</c:v>
                </c:pt>
                <c:pt idx="20">
                  <c:v>5160.0</c:v>
                </c:pt>
                <c:pt idx="21">
                  <c:v>6004.0</c:v>
                </c:pt>
                <c:pt idx="22">
                  <c:v>4817.0</c:v>
                </c:pt>
                <c:pt idx="23">
                  <c:v>4788.0</c:v>
                </c:pt>
                <c:pt idx="24">
                  <c:v>4272.0</c:v>
                </c:pt>
                <c:pt idx="25">
                  <c:v>4510.0</c:v>
                </c:pt>
                <c:pt idx="26">
                  <c:v>4482.0</c:v>
                </c:pt>
                <c:pt idx="27">
                  <c:v>4203.0</c:v>
                </c:pt>
                <c:pt idx="28">
                  <c:v>3687.0</c:v>
                </c:pt>
                <c:pt idx="29">
                  <c:v>5137.0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8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2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0</c:v>
                </c:pt>
                <c:pt idx="28">
                  <c:v>1</c:v>
                </c:pt>
                <c:pt idx="29">
                  <c:v>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2305.0</c:v>
                </c:pt>
                <c:pt idx="1">
                  <c:v>1808.0</c:v>
                </c:pt>
                <c:pt idx="2">
                  <c:v>2443.0</c:v>
                </c:pt>
                <c:pt idx="3">
                  <c:v>2384.0</c:v>
                </c:pt>
                <c:pt idx="4">
                  <c:v>2662.0</c:v>
                </c:pt>
                <c:pt idx="5">
                  <c:v>2031.0</c:v>
                </c:pt>
                <c:pt idx="6">
                  <c:v>2123.0</c:v>
                </c:pt>
                <c:pt idx="7">
                  <c:v>1935.0</c:v>
                </c:pt>
                <c:pt idx="8">
                  <c:v>2404.0</c:v>
                </c:pt>
                <c:pt idx="9">
                  <c:v>2335.0</c:v>
                </c:pt>
                <c:pt idx="10">
                  <c:v>2454.0</c:v>
                </c:pt>
                <c:pt idx="11">
                  <c:v>2449.0</c:v>
                </c:pt>
                <c:pt idx="12">
                  <c:v>2091.0</c:v>
                </c:pt>
                <c:pt idx="13">
                  <c:v>2003.0</c:v>
                </c:pt>
                <c:pt idx="14">
                  <c:v>2000.0</c:v>
                </c:pt>
                <c:pt idx="15">
                  <c:v>1815.0</c:v>
                </c:pt>
                <c:pt idx="16">
                  <c:v>2148.0</c:v>
                </c:pt>
                <c:pt idx="17">
                  <c:v>2533.0</c:v>
                </c:pt>
                <c:pt idx="18">
                  <c:v>3274.0</c:v>
                </c:pt>
                <c:pt idx="19">
                  <c:v>3087.0</c:v>
                </c:pt>
                <c:pt idx="20">
                  <c:v>2015.0</c:v>
                </c:pt>
                <c:pt idx="21">
                  <c:v>2426.0</c:v>
                </c:pt>
                <c:pt idx="22">
                  <c:v>2785.0</c:v>
                </c:pt>
                <c:pt idx="23">
                  <c:v>2419.0</c:v>
                </c:pt>
                <c:pt idx="24">
                  <c:v>2559.0</c:v>
                </c:pt>
                <c:pt idx="25">
                  <c:v>2126.0</c:v>
                </c:pt>
                <c:pt idx="26">
                  <c:v>2476.0</c:v>
                </c:pt>
                <c:pt idx="27">
                  <c:v>1989.0</c:v>
                </c:pt>
                <c:pt idx="28">
                  <c:v>2349.0</c:v>
                </c:pt>
                <c:pt idx="29">
                  <c:v>1836.0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4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1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1</c:v>
                </c:pt>
                <c:pt idx="17">
                  <c:v>1</c:v>
                </c:pt>
                <c:pt idx="18">
                  <c:v>2</c:v>
                </c:pt>
                <c:pt idx="19">
                  <c:v>2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0</c:v>
                </c:pt>
                <c:pt idx="28">
                  <c:v>1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1860.0</c:v>
                </c:pt>
                <c:pt idx="1">
                  <c:v>2189.0</c:v>
                </c:pt>
                <c:pt idx="2">
                  <c:v>2092.0</c:v>
                </c:pt>
                <c:pt idx="3">
                  <c:v>2231.0</c:v>
                </c:pt>
                <c:pt idx="4">
                  <c:v>2133.0</c:v>
                </c:pt>
                <c:pt idx="5">
                  <c:v>2426.0</c:v>
                </c:pt>
                <c:pt idx="6">
                  <c:v>2071.0</c:v>
                </c:pt>
                <c:pt idx="7">
                  <c:v>1886.0</c:v>
                </c:pt>
                <c:pt idx="8">
                  <c:v>2471.0</c:v>
                </c:pt>
                <c:pt idx="9">
                  <c:v>2291.0</c:v>
                </c:pt>
                <c:pt idx="10">
                  <c:v>2338.0</c:v>
                </c:pt>
                <c:pt idx="11">
                  <c:v>2700.0</c:v>
                </c:pt>
                <c:pt idx="12">
                  <c:v>2506.0</c:v>
                </c:pt>
                <c:pt idx="13">
                  <c:v>1850.0</c:v>
                </c:pt>
                <c:pt idx="14">
                  <c:v>1735.0</c:v>
                </c:pt>
                <c:pt idx="15">
                  <c:v>2181.0</c:v>
                </c:pt>
                <c:pt idx="16">
                  <c:v>1723.0</c:v>
                </c:pt>
                <c:pt idx="17">
                  <c:v>2538.0</c:v>
                </c:pt>
                <c:pt idx="18">
                  <c:v>2823.0</c:v>
                </c:pt>
                <c:pt idx="19">
                  <c:v>2882.0</c:v>
                </c:pt>
                <c:pt idx="20">
                  <c:v>2778.0</c:v>
                </c:pt>
                <c:pt idx="21">
                  <c:v>2181.0</c:v>
                </c:pt>
                <c:pt idx="22">
                  <c:v>2812.0</c:v>
                </c:pt>
                <c:pt idx="23">
                  <c:v>2129.0</c:v>
                </c:pt>
                <c:pt idx="24">
                  <c:v>2241.0</c:v>
                </c:pt>
                <c:pt idx="25">
                  <c:v>2307.0</c:v>
                </c:pt>
                <c:pt idx="26">
                  <c:v>2450.0</c:v>
                </c:pt>
                <c:pt idx="27">
                  <c:v>2268.0</c:v>
                </c:pt>
                <c:pt idx="28">
                  <c:v>1821.0</c:v>
                </c:pt>
                <c:pt idx="29">
                  <c:v>2077.0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4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1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0</c:v>
                </c:pt>
                <c:pt idx="26">
                  <c:v>1</c:v>
                </c:pt>
                <c:pt idx="27">
                  <c:v>0</c:v>
                </c:pt>
                <c:pt idx="28">
                  <c:v>0</c:v>
                </c:pt>
                <c:pt idx="29">
                  <c:v>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1828.0</c:v>
                </c:pt>
                <c:pt idx="1">
                  <c:v>2215.0</c:v>
                </c:pt>
                <c:pt idx="2">
                  <c:v>2353.0</c:v>
                </c:pt>
                <c:pt idx="3">
                  <c:v>2322.0</c:v>
                </c:pt>
                <c:pt idx="4">
                  <c:v>1960.0</c:v>
                </c:pt>
                <c:pt idx="5">
                  <c:v>2395.0</c:v>
                </c:pt>
                <c:pt idx="6">
                  <c:v>2212.0</c:v>
                </c:pt>
                <c:pt idx="7">
                  <c:v>1925.0</c:v>
                </c:pt>
                <c:pt idx="8">
                  <c:v>2223.0</c:v>
                </c:pt>
                <c:pt idx="9">
                  <c:v>1862.0</c:v>
                </c:pt>
                <c:pt idx="10">
                  <c:v>2264.0</c:v>
                </c:pt>
                <c:pt idx="11">
                  <c:v>2657.0</c:v>
                </c:pt>
                <c:pt idx="12">
                  <c:v>2326.0</c:v>
                </c:pt>
                <c:pt idx="13">
                  <c:v>2286.0</c:v>
                </c:pt>
                <c:pt idx="14">
                  <c:v>2138.0</c:v>
                </c:pt>
                <c:pt idx="15">
                  <c:v>1951.0</c:v>
                </c:pt>
                <c:pt idx="16">
                  <c:v>2143.0</c:v>
                </c:pt>
                <c:pt idx="17">
                  <c:v>2103.0</c:v>
                </c:pt>
                <c:pt idx="18">
                  <c:v>2889.0</c:v>
                </c:pt>
                <c:pt idx="19">
                  <c:v>2705.0</c:v>
                </c:pt>
                <c:pt idx="20">
                  <c:v>2638.0</c:v>
                </c:pt>
                <c:pt idx="21">
                  <c:v>2273.0</c:v>
                </c:pt>
                <c:pt idx="22">
                  <c:v>2671.0</c:v>
                </c:pt>
                <c:pt idx="23">
                  <c:v>2307.0</c:v>
                </c:pt>
                <c:pt idx="24">
                  <c:v>2257.0</c:v>
                </c:pt>
                <c:pt idx="25">
                  <c:v>2052.0</c:v>
                </c:pt>
                <c:pt idx="26">
                  <c:v>1986.0</c:v>
                </c:pt>
                <c:pt idx="27">
                  <c:v>2101.0</c:v>
                </c:pt>
                <c:pt idx="28">
                  <c:v>2051.0</c:v>
                </c:pt>
                <c:pt idx="29">
                  <c:v>2256.0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4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1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2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0</c:v>
                </c:pt>
                <c:pt idx="28">
                  <c:v>1</c:v>
                </c:pt>
                <c:pt idx="29">
                  <c:v>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1847.0</c:v>
                </c:pt>
                <c:pt idx="1">
                  <c:v>1513.0</c:v>
                </c:pt>
                <c:pt idx="2">
                  <c:v>1965.0</c:v>
                </c:pt>
                <c:pt idx="3">
                  <c:v>1555.0</c:v>
                </c:pt>
                <c:pt idx="4">
                  <c:v>2172.0</c:v>
                </c:pt>
                <c:pt idx="5">
                  <c:v>1826.0</c:v>
                </c:pt>
                <c:pt idx="6">
                  <c:v>1576.0</c:v>
                </c:pt>
                <c:pt idx="7">
                  <c:v>1688.0</c:v>
                </c:pt>
                <c:pt idx="8">
                  <c:v>1957.0</c:v>
                </c:pt>
                <c:pt idx="9">
                  <c:v>1513.0</c:v>
                </c:pt>
                <c:pt idx="10">
                  <c:v>2015.0</c:v>
                </c:pt>
                <c:pt idx="11">
                  <c:v>2159.0</c:v>
                </c:pt>
                <c:pt idx="12">
                  <c:v>1612.0</c:v>
                </c:pt>
                <c:pt idx="13">
                  <c:v>1588.0</c:v>
                </c:pt>
                <c:pt idx="14">
                  <c:v>1384.0</c:v>
                </c:pt>
                <c:pt idx="15">
                  <c:v>1632.0</c:v>
                </c:pt>
                <c:pt idx="16">
                  <c:v>1734.0</c:v>
                </c:pt>
                <c:pt idx="17">
                  <c:v>1855.0</c:v>
                </c:pt>
                <c:pt idx="18">
                  <c:v>2252.0</c:v>
                </c:pt>
                <c:pt idx="19">
                  <c:v>2537.0</c:v>
                </c:pt>
                <c:pt idx="20">
                  <c:v>1957.0</c:v>
                </c:pt>
                <c:pt idx="21">
                  <c:v>2209.0</c:v>
                </c:pt>
                <c:pt idx="22">
                  <c:v>1960.0</c:v>
                </c:pt>
                <c:pt idx="23">
                  <c:v>1752.0</c:v>
                </c:pt>
                <c:pt idx="24">
                  <c:v>1922.0</c:v>
                </c:pt>
                <c:pt idx="25">
                  <c:v>1946.0</c:v>
                </c:pt>
                <c:pt idx="26">
                  <c:v>1662.0</c:v>
                </c:pt>
                <c:pt idx="27">
                  <c:v>1760.0</c:v>
                </c:pt>
                <c:pt idx="28">
                  <c:v>1603.0</c:v>
                </c:pt>
                <c:pt idx="29">
                  <c:v>1859.0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0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1</c:v>
                </c:pt>
                <c:pt idx="18">
                  <c:v>2</c:v>
                </c:pt>
                <c:pt idx="19">
                  <c:v>2</c:v>
                </c:pt>
                <c:pt idx="20">
                  <c:v>1</c:v>
                </c:pt>
                <c:pt idx="21">
                  <c:v>2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1808.0</c:v>
                </c:pt>
                <c:pt idx="1">
                  <c:v>1791.0</c:v>
                </c:pt>
                <c:pt idx="2">
                  <c:v>1971.0</c:v>
                </c:pt>
                <c:pt idx="3">
                  <c:v>1623.0</c:v>
                </c:pt>
                <c:pt idx="4">
                  <c:v>1875.0</c:v>
                </c:pt>
                <c:pt idx="5">
                  <c:v>2021.0</c:v>
                </c:pt>
                <c:pt idx="6">
                  <c:v>1365.0</c:v>
                </c:pt>
                <c:pt idx="7">
                  <c:v>1570.0</c:v>
                </c:pt>
                <c:pt idx="8">
                  <c:v>1869.0</c:v>
                </c:pt>
                <c:pt idx="9">
                  <c:v>1512.0</c:v>
                </c:pt>
                <c:pt idx="10">
                  <c:v>1746.0</c:v>
                </c:pt>
                <c:pt idx="11">
                  <c:v>2033.0</c:v>
                </c:pt>
                <c:pt idx="12">
                  <c:v>1560.0</c:v>
                </c:pt>
                <c:pt idx="13">
                  <c:v>1510.0</c:v>
                </c:pt>
                <c:pt idx="14">
                  <c:v>1624.0</c:v>
                </c:pt>
                <c:pt idx="15">
                  <c:v>1975.0</c:v>
                </c:pt>
                <c:pt idx="16">
                  <c:v>1708.0</c:v>
                </c:pt>
                <c:pt idx="17">
                  <c:v>1925.0</c:v>
                </c:pt>
                <c:pt idx="18">
                  <c:v>2364.0</c:v>
                </c:pt>
                <c:pt idx="19">
                  <c:v>2072.0</c:v>
                </c:pt>
                <c:pt idx="20">
                  <c:v>1877.0</c:v>
                </c:pt>
                <c:pt idx="21">
                  <c:v>2261.0</c:v>
                </c:pt>
                <c:pt idx="22">
                  <c:v>1806.0</c:v>
                </c:pt>
                <c:pt idx="23">
                  <c:v>1818.0</c:v>
                </c:pt>
                <c:pt idx="24">
                  <c:v>1871.0</c:v>
                </c:pt>
                <c:pt idx="25">
                  <c:v>1866.0</c:v>
                </c:pt>
                <c:pt idx="26">
                  <c:v>1620.0</c:v>
                </c:pt>
                <c:pt idx="27">
                  <c:v>1859.0</c:v>
                </c:pt>
                <c:pt idx="28">
                  <c:v>1876.0</c:v>
                </c:pt>
                <c:pt idx="29">
                  <c:v>1851.0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1369.0</c:v>
                </c:pt>
                <c:pt idx="1">
                  <c:v>1932.0</c:v>
                </c:pt>
                <c:pt idx="2">
                  <c:v>1711.0</c:v>
                </c:pt>
                <c:pt idx="3">
                  <c:v>1707.0</c:v>
                </c:pt>
                <c:pt idx="4">
                  <c:v>1889.0</c:v>
                </c:pt>
                <c:pt idx="5">
                  <c:v>1606.0</c:v>
                </c:pt>
                <c:pt idx="6">
                  <c:v>1724.0</c:v>
                </c:pt>
                <c:pt idx="7">
                  <c:v>1499.0</c:v>
                </c:pt>
                <c:pt idx="8">
                  <c:v>1899.0</c:v>
                </c:pt>
                <c:pt idx="9">
                  <c:v>1960.0</c:v>
                </c:pt>
                <c:pt idx="10">
                  <c:v>2009.0</c:v>
                </c:pt>
                <c:pt idx="11">
                  <c:v>1838.0</c:v>
                </c:pt>
                <c:pt idx="12">
                  <c:v>1885.0</c:v>
                </c:pt>
                <c:pt idx="13">
                  <c:v>1622.0</c:v>
                </c:pt>
                <c:pt idx="14">
                  <c:v>1875.0</c:v>
                </c:pt>
                <c:pt idx="15">
                  <c:v>1787.0</c:v>
                </c:pt>
                <c:pt idx="16">
                  <c:v>1715.0</c:v>
                </c:pt>
                <c:pt idx="17">
                  <c:v>1572.0</c:v>
                </c:pt>
                <c:pt idx="18">
                  <c:v>2549.0</c:v>
                </c:pt>
                <c:pt idx="19">
                  <c:v>2416.0</c:v>
                </c:pt>
                <c:pt idx="20">
                  <c:v>1892.0</c:v>
                </c:pt>
                <c:pt idx="21">
                  <c:v>1654.0</c:v>
                </c:pt>
                <c:pt idx="22">
                  <c:v>2274.0</c:v>
                </c:pt>
                <c:pt idx="23">
                  <c:v>1940.0</c:v>
                </c:pt>
                <c:pt idx="24">
                  <c:v>1707.0</c:v>
                </c:pt>
                <c:pt idx="25">
                  <c:v>1674.0</c:v>
                </c:pt>
                <c:pt idx="26">
                  <c:v>1649.0</c:v>
                </c:pt>
                <c:pt idx="27">
                  <c:v>1679.0</c:v>
                </c:pt>
                <c:pt idx="28">
                  <c:v>1688.0</c:v>
                </c:pt>
                <c:pt idx="29">
                  <c:v>1800.0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2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2</c:v>
                </c:pt>
                <c:pt idx="19">
                  <c:v>2</c:v>
                </c:pt>
                <c:pt idx="20">
                  <c:v>1</c:v>
                </c:pt>
                <c:pt idx="21">
                  <c:v>1</c:v>
                </c:pt>
                <c:pt idx="22">
                  <c:v>2</c:v>
                </c:pt>
                <c:pt idx="23">
                  <c:v>1</c:v>
                </c:pt>
                <c:pt idx="24">
                  <c:v>2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1886.0</c:v>
                </c:pt>
                <c:pt idx="1">
                  <c:v>1773.0</c:v>
                </c:pt>
                <c:pt idx="2">
                  <c:v>2009.0</c:v>
                </c:pt>
                <c:pt idx="3">
                  <c:v>1670.0</c:v>
                </c:pt>
                <c:pt idx="4">
                  <c:v>2093.0</c:v>
                </c:pt>
                <c:pt idx="5">
                  <c:v>1756.0</c:v>
                </c:pt>
                <c:pt idx="6">
                  <c:v>1791.0</c:v>
                </c:pt>
                <c:pt idx="7">
                  <c:v>1913.0</c:v>
                </c:pt>
                <c:pt idx="8">
                  <c:v>2183.0</c:v>
                </c:pt>
                <c:pt idx="9">
                  <c:v>2226.0</c:v>
                </c:pt>
                <c:pt idx="10">
                  <c:v>2256.0</c:v>
                </c:pt>
                <c:pt idx="11">
                  <c:v>2077.0</c:v>
                </c:pt>
                <c:pt idx="12">
                  <c:v>2439.0</c:v>
                </c:pt>
                <c:pt idx="13">
                  <c:v>1720.0</c:v>
                </c:pt>
                <c:pt idx="14">
                  <c:v>1998.0</c:v>
                </c:pt>
                <c:pt idx="15">
                  <c:v>2171.0</c:v>
                </c:pt>
                <c:pt idx="16">
                  <c:v>1983.0</c:v>
                </c:pt>
                <c:pt idx="17">
                  <c:v>2258.0</c:v>
                </c:pt>
                <c:pt idx="18">
                  <c:v>2169.0</c:v>
                </c:pt>
                <c:pt idx="19">
                  <c:v>2377.0</c:v>
                </c:pt>
                <c:pt idx="20">
                  <c:v>2281.0</c:v>
                </c:pt>
                <c:pt idx="21">
                  <c:v>1994.0</c:v>
                </c:pt>
                <c:pt idx="22">
                  <c:v>1970.0</c:v>
                </c:pt>
                <c:pt idx="23">
                  <c:v>1663.0</c:v>
                </c:pt>
                <c:pt idx="24">
                  <c:v>1758.0</c:v>
                </c:pt>
                <c:pt idx="25">
                  <c:v>1788.0</c:v>
                </c:pt>
                <c:pt idx="26">
                  <c:v>2316.0</c:v>
                </c:pt>
                <c:pt idx="27">
                  <c:v>1997.0</c:v>
                </c:pt>
                <c:pt idx="28">
                  <c:v>2141.0</c:v>
                </c:pt>
                <c:pt idx="29">
                  <c:v>1632.0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1</c:v>
                </c:pt>
                <c:pt idx="22">
                  <c:v>1</c:v>
                </c:pt>
                <c:pt idx="23">
                  <c:v>0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1887.0</c:v>
                </c:pt>
                <c:pt idx="1">
                  <c:v>1795.0</c:v>
                </c:pt>
                <c:pt idx="2">
                  <c:v>2188.0</c:v>
                </c:pt>
                <c:pt idx="3">
                  <c:v>1925.0</c:v>
                </c:pt>
                <c:pt idx="4">
                  <c:v>2245.0</c:v>
                </c:pt>
                <c:pt idx="5">
                  <c:v>2067.0</c:v>
                </c:pt>
                <c:pt idx="6">
                  <c:v>1899.0</c:v>
                </c:pt>
                <c:pt idx="7">
                  <c:v>2124.0</c:v>
                </c:pt>
                <c:pt idx="8">
                  <c:v>1754.0</c:v>
                </c:pt>
                <c:pt idx="9">
                  <c:v>2085.0</c:v>
                </c:pt>
                <c:pt idx="10">
                  <c:v>1751.0</c:v>
                </c:pt>
                <c:pt idx="11">
                  <c:v>2188.0</c:v>
                </c:pt>
                <c:pt idx="12">
                  <c:v>1851.0</c:v>
                </c:pt>
                <c:pt idx="13">
                  <c:v>1933.0</c:v>
                </c:pt>
                <c:pt idx="14">
                  <c:v>1961.0</c:v>
                </c:pt>
                <c:pt idx="15">
                  <c:v>1564.0</c:v>
                </c:pt>
                <c:pt idx="16">
                  <c:v>2124.0</c:v>
                </c:pt>
                <c:pt idx="17">
                  <c:v>1739.0</c:v>
                </c:pt>
                <c:pt idx="18">
                  <c:v>2434.0</c:v>
                </c:pt>
                <c:pt idx="19">
                  <c:v>2611.0</c:v>
                </c:pt>
                <c:pt idx="20">
                  <c:v>1892.0</c:v>
                </c:pt>
                <c:pt idx="21">
                  <c:v>2056.0</c:v>
                </c:pt>
                <c:pt idx="22">
                  <c:v>1993.0</c:v>
                </c:pt>
                <c:pt idx="23">
                  <c:v>1870.0</c:v>
                </c:pt>
                <c:pt idx="24">
                  <c:v>1960.0</c:v>
                </c:pt>
                <c:pt idx="25">
                  <c:v>2118.0</c:v>
                </c:pt>
                <c:pt idx="26">
                  <c:v>2339.0</c:v>
                </c:pt>
                <c:pt idx="27">
                  <c:v>1606.0</c:v>
                </c:pt>
                <c:pt idx="28">
                  <c:v>1713.0</c:v>
                </c:pt>
                <c:pt idx="29">
                  <c:v>1561.0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  <c:pt idx="12">
                  <c:v>1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1</c:v>
                </c:pt>
                <c:pt idx="17">
                  <c:v>0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0</c:v>
                </c:pt>
                <c:pt idx="22">
                  <c:v>1</c:v>
                </c:pt>
                <c:pt idx="23">
                  <c:v>1</c:v>
                </c:pt>
                <c:pt idx="24">
                  <c:v>0</c:v>
                </c:pt>
                <c:pt idx="25">
                  <c:v>0</c:v>
                </c:pt>
                <c:pt idx="26">
                  <c:v>1</c:v>
                </c:pt>
                <c:pt idx="27">
                  <c:v>1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1533.0</c:v>
                </c:pt>
                <c:pt idx="1">
                  <c:v>1832.0</c:v>
                </c:pt>
                <c:pt idx="2">
                  <c:v>1678.0</c:v>
                </c:pt>
                <c:pt idx="3">
                  <c:v>1790.0</c:v>
                </c:pt>
                <c:pt idx="4">
                  <c:v>2041.0</c:v>
                </c:pt>
                <c:pt idx="5">
                  <c:v>1769.0</c:v>
                </c:pt>
                <c:pt idx="6">
                  <c:v>1534.0</c:v>
                </c:pt>
                <c:pt idx="7">
                  <c:v>1676.0</c:v>
                </c:pt>
                <c:pt idx="8">
                  <c:v>2230.0</c:v>
                </c:pt>
                <c:pt idx="9">
                  <c:v>1776.0</c:v>
                </c:pt>
                <c:pt idx="10">
                  <c:v>1618.0</c:v>
                </c:pt>
                <c:pt idx="11">
                  <c:v>2134.0</c:v>
                </c:pt>
                <c:pt idx="12">
                  <c:v>2081.0</c:v>
                </c:pt>
                <c:pt idx="13">
                  <c:v>1709.0</c:v>
                </c:pt>
                <c:pt idx="14">
                  <c:v>1922.0</c:v>
                </c:pt>
                <c:pt idx="15">
                  <c:v>1800.0</c:v>
                </c:pt>
                <c:pt idx="16">
                  <c:v>1949.0</c:v>
                </c:pt>
                <c:pt idx="17">
                  <c:v>1795.0</c:v>
                </c:pt>
                <c:pt idx="18">
                  <c:v>2523.0</c:v>
                </c:pt>
                <c:pt idx="19">
                  <c:v>2528.0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2</c:v>
                </c:pt>
                <c:pt idx="15">
                  <c:v>1</c:v>
                </c:pt>
                <c:pt idx="16">
                  <c:v>1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2133.0</c:v>
                </c:pt>
                <c:pt idx="1">
                  <c:v>2383.0</c:v>
                </c:pt>
                <c:pt idx="2">
                  <c:v>2140.0</c:v>
                </c:pt>
                <c:pt idx="3">
                  <c:v>2486.0</c:v>
                </c:pt>
                <c:pt idx="4">
                  <c:v>2153.0</c:v>
                </c:pt>
                <c:pt idx="5">
                  <c:v>2286.0</c:v>
                </c:pt>
                <c:pt idx="6">
                  <c:v>2287.0</c:v>
                </c:pt>
                <c:pt idx="7">
                  <c:v>1677.0</c:v>
                </c:pt>
                <c:pt idx="8">
                  <c:v>2048.0</c:v>
                </c:pt>
                <c:pt idx="9">
                  <c:v>2257.0</c:v>
                </c:pt>
                <c:pt idx="10">
                  <c:v>2353.0</c:v>
                </c:pt>
                <c:pt idx="11">
                  <c:v>2222.0</c:v>
                </c:pt>
                <c:pt idx="12">
                  <c:v>1923.0</c:v>
                </c:pt>
                <c:pt idx="13">
                  <c:v>1793.0</c:v>
                </c:pt>
                <c:pt idx="14">
                  <c:v>2366.0</c:v>
                </c:pt>
                <c:pt idx="15">
                  <c:v>2330.0</c:v>
                </c:pt>
                <c:pt idx="16">
                  <c:v>1899.0</c:v>
                </c:pt>
                <c:pt idx="17">
                  <c:v>1974.0</c:v>
                </c:pt>
                <c:pt idx="18">
                  <c:v>2319.0</c:v>
                </c:pt>
                <c:pt idx="19">
                  <c:v>2996.0</c:v>
                </c:pt>
                <c:pt idx="20">
                  <c:v>2646.0</c:v>
                </c:pt>
                <c:pt idx="21">
                  <c:v>2819.0</c:v>
                </c:pt>
                <c:pt idx="22">
                  <c:v>2594.0</c:v>
                </c:pt>
                <c:pt idx="23">
                  <c:v>2472.0</c:v>
                </c:pt>
                <c:pt idx="24">
                  <c:v>2543.0</c:v>
                </c:pt>
                <c:pt idx="25">
                  <c:v>2592.0</c:v>
                </c:pt>
                <c:pt idx="26">
                  <c:v>2711.0</c:v>
                </c:pt>
                <c:pt idx="27">
                  <c:v>2291.0</c:v>
                </c:pt>
                <c:pt idx="28">
                  <c:v>1675.0</c:v>
                </c:pt>
                <c:pt idx="29">
                  <c:v>1809.0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4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1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</c:v>
                </c:pt>
                <c:pt idx="18">
                  <c:v>0</c:v>
                </c:pt>
                <c:pt idx="19">
                  <c:v>1</c:v>
                </c:pt>
                <c:pt idx="20">
                  <c:v>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1</c:v>
                </c:pt>
                <c:pt idx="25">
                  <c:v>0</c:v>
                </c:pt>
                <c:pt idx="26">
                  <c:v>1</c:v>
                </c:pt>
                <c:pt idx="27">
                  <c:v>0</c:v>
                </c:pt>
                <c:pt idx="28">
                  <c:v>1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1782.0</c:v>
                </c:pt>
                <c:pt idx="1">
                  <c:v>2213.0</c:v>
                </c:pt>
                <c:pt idx="2">
                  <c:v>2428.0</c:v>
                </c:pt>
                <c:pt idx="3">
                  <c:v>2254.0</c:v>
                </c:pt>
                <c:pt idx="4">
                  <c:v>2757.0</c:v>
                </c:pt>
                <c:pt idx="5">
                  <c:v>2724.0</c:v>
                </c:pt>
                <c:pt idx="6">
                  <c:v>2100.0</c:v>
                </c:pt>
                <c:pt idx="7">
                  <c:v>2121.0</c:v>
                </c:pt>
                <c:pt idx="8">
                  <c:v>1836.0</c:v>
                </c:pt>
                <c:pt idx="9">
                  <c:v>1724.0</c:v>
                </c:pt>
                <c:pt idx="10">
                  <c:v>2513.0</c:v>
                </c:pt>
                <c:pt idx="11">
                  <c:v>2582.0</c:v>
                </c:pt>
                <c:pt idx="12">
                  <c:v>2348.0</c:v>
                </c:pt>
                <c:pt idx="13">
                  <c:v>2338.0</c:v>
                </c:pt>
                <c:pt idx="14">
                  <c:v>1703.0</c:v>
                </c:pt>
                <c:pt idx="15">
                  <c:v>2078.0</c:v>
                </c:pt>
                <c:pt idx="16">
                  <c:v>1877.0</c:v>
                </c:pt>
                <c:pt idx="17">
                  <c:v>1808.0</c:v>
                </c:pt>
                <c:pt idx="18">
                  <c:v>2337.0</c:v>
                </c:pt>
                <c:pt idx="19">
                  <c:v>3222.0</c:v>
                </c:pt>
                <c:pt idx="20">
                  <c:v>2069.0</c:v>
                </c:pt>
                <c:pt idx="21">
                  <c:v>2195.0</c:v>
                </c:pt>
                <c:pt idx="22">
                  <c:v>2614.0</c:v>
                </c:pt>
                <c:pt idx="23">
                  <c:v>2196.0</c:v>
                </c:pt>
                <c:pt idx="24">
                  <c:v>2566.0</c:v>
                </c:pt>
                <c:pt idx="25">
                  <c:v>2521.0</c:v>
                </c:pt>
                <c:pt idx="26">
                  <c:v>2287.0</c:v>
                </c:pt>
                <c:pt idx="27">
                  <c:v>2221.0</c:v>
                </c:pt>
                <c:pt idx="28">
                  <c:v>2302.0</c:v>
                </c:pt>
                <c:pt idx="29">
                  <c:v>2207.0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4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1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1</c:v>
                </c:pt>
                <c:pt idx="27">
                  <c:v>0</c:v>
                </c:pt>
                <c:pt idx="28">
                  <c:v>1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1805.0</c:v>
                </c:pt>
                <c:pt idx="1">
                  <c:v>1874.0</c:v>
                </c:pt>
                <c:pt idx="2">
                  <c:v>2289.0</c:v>
                </c:pt>
                <c:pt idx="3">
                  <c:v>2220.0</c:v>
                </c:pt>
                <c:pt idx="4">
                  <c:v>2076.0</c:v>
                </c:pt>
                <c:pt idx="5">
                  <c:v>2591.0</c:v>
                </c:pt>
                <c:pt idx="6">
                  <c:v>1672.0</c:v>
                </c:pt>
                <c:pt idx="7">
                  <c:v>2200.0</c:v>
                </c:pt>
                <c:pt idx="8">
                  <c:v>1823.0</c:v>
                </c:pt>
                <c:pt idx="9">
                  <c:v>2420.0</c:v>
                </c:pt>
                <c:pt idx="10">
                  <c:v>1816.0</c:v>
                </c:pt>
                <c:pt idx="11">
                  <c:v>1979.0</c:v>
                </c:pt>
                <c:pt idx="12">
                  <c:v>2414.0</c:v>
                </c:pt>
                <c:pt idx="13">
                  <c:v>1833.0</c:v>
                </c:pt>
                <c:pt idx="14">
                  <c:v>2089.0</c:v>
                </c:pt>
                <c:pt idx="15">
                  <c:v>1805.0</c:v>
                </c:pt>
                <c:pt idx="16">
                  <c:v>1842.0</c:v>
                </c:pt>
                <c:pt idx="17">
                  <c:v>2078.0</c:v>
                </c:pt>
                <c:pt idx="18">
                  <c:v>2545.0</c:v>
                </c:pt>
                <c:pt idx="19">
                  <c:v>3042.0</c:v>
                </c:pt>
                <c:pt idx="20">
                  <c:v>2253.0</c:v>
                </c:pt>
                <c:pt idx="21">
                  <c:v>2619.0</c:v>
                </c:pt>
                <c:pt idx="22">
                  <c:v>2757.0</c:v>
                </c:pt>
                <c:pt idx="23">
                  <c:v>2331.0</c:v>
                </c:pt>
                <c:pt idx="24">
                  <c:v>1954.0</c:v>
                </c:pt>
                <c:pt idx="25">
                  <c:v>2004.0</c:v>
                </c:pt>
                <c:pt idx="26">
                  <c:v>2141.0</c:v>
                </c:pt>
                <c:pt idx="27">
                  <c:v>2109.0</c:v>
                </c:pt>
                <c:pt idx="28">
                  <c:v>2253.0</c:v>
                </c:pt>
                <c:pt idx="29">
                  <c:v>2414.0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4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1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1918.0</c:v>
                </c:pt>
                <c:pt idx="1">
                  <c:v>1954.0</c:v>
                </c:pt>
                <c:pt idx="2">
                  <c:v>1613.0</c:v>
                </c:pt>
                <c:pt idx="3">
                  <c:v>2127.0</c:v>
                </c:pt>
                <c:pt idx="4">
                  <c:v>2283.0</c:v>
                </c:pt>
                <c:pt idx="5">
                  <c:v>2128.0</c:v>
                </c:pt>
                <c:pt idx="6">
                  <c:v>1847.0</c:v>
                </c:pt>
                <c:pt idx="7">
                  <c:v>1527.0</c:v>
                </c:pt>
                <c:pt idx="8">
                  <c:v>1739.0</c:v>
                </c:pt>
                <c:pt idx="9">
                  <c:v>1534.0</c:v>
                </c:pt>
                <c:pt idx="10">
                  <c:v>1596.0</c:v>
                </c:pt>
                <c:pt idx="11">
                  <c:v>2049.0</c:v>
                </c:pt>
                <c:pt idx="12">
                  <c:v>1758.0</c:v>
                </c:pt>
                <c:pt idx="13">
                  <c:v>1885.0</c:v>
                </c:pt>
                <c:pt idx="14">
                  <c:v>1496.0</c:v>
                </c:pt>
                <c:pt idx="15">
                  <c:v>2059.0</c:v>
                </c:pt>
                <c:pt idx="16">
                  <c:v>1552.0</c:v>
                </c:pt>
                <c:pt idx="17">
                  <c:v>2143.0</c:v>
                </c:pt>
                <c:pt idx="18">
                  <c:v>2244.0</c:v>
                </c:pt>
                <c:pt idx="19">
                  <c:v>1987.0</c:v>
                </c:pt>
                <c:pt idx="20">
                  <c:v>2316.0</c:v>
                </c:pt>
                <c:pt idx="21">
                  <c:v>1949.0</c:v>
                </c:pt>
                <c:pt idx="22">
                  <c:v>2327.0</c:v>
                </c:pt>
                <c:pt idx="23">
                  <c:v>1978.0</c:v>
                </c:pt>
                <c:pt idx="24">
                  <c:v>1694.0</c:v>
                </c:pt>
                <c:pt idx="25">
                  <c:v>2211.0</c:v>
                </c:pt>
                <c:pt idx="26">
                  <c:v>1988.0</c:v>
                </c:pt>
                <c:pt idx="27">
                  <c:v>1869.0</c:v>
                </c:pt>
                <c:pt idx="28">
                  <c:v>1752.0</c:v>
                </c:pt>
                <c:pt idx="29">
                  <c:v>1978.0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1774.0</c:v>
                </c:pt>
                <c:pt idx="1">
                  <c:v>1508.0</c:v>
                </c:pt>
                <c:pt idx="2">
                  <c:v>1717.0</c:v>
                </c:pt>
                <c:pt idx="3">
                  <c:v>1748.0</c:v>
                </c:pt>
                <c:pt idx="4">
                  <c:v>2158.0</c:v>
                </c:pt>
                <c:pt idx="5">
                  <c:v>1716.0</c:v>
                </c:pt>
                <c:pt idx="6">
                  <c:v>1400.0</c:v>
                </c:pt>
                <c:pt idx="7">
                  <c:v>1661.0</c:v>
                </c:pt>
                <c:pt idx="8">
                  <c:v>1877.0</c:v>
                </c:pt>
                <c:pt idx="9">
                  <c:v>2047.0</c:v>
                </c:pt>
                <c:pt idx="10">
                  <c:v>1708.0</c:v>
                </c:pt>
                <c:pt idx="11">
                  <c:v>1647.0</c:v>
                </c:pt>
                <c:pt idx="12">
                  <c:v>1724.0</c:v>
                </c:pt>
                <c:pt idx="13">
                  <c:v>1698.0</c:v>
                </c:pt>
                <c:pt idx="14">
                  <c:v>1637.0</c:v>
                </c:pt>
                <c:pt idx="15">
                  <c:v>1769.0</c:v>
                </c:pt>
                <c:pt idx="16">
                  <c:v>1921.0</c:v>
                </c:pt>
                <c:pt idx="17">
                  <c:v>1617.0</c:v>
                </c:pt>
                <c:pt idx="18">
                  <c:v>2771.0</c:v>
                </c:pt>
                <c:pt idx="19">
                  <c:v>2666.0</c:v>
                </c:pt>
                <c:pt idx="20">
                  <c:v>1973.0</c:v>
                </c:pt>
                <c:pt idx="21">
                  <c:v>2021.0</c:v>
                </c:pt>
                <c:pt idx="22">
                  <c:v>2049.0</c:v>
                </c:pt>
                <c:pt idx="23">
                  <c:v>1829.0</c:v>
                </c:pt>
                <c:pt idx="24">
                  <c:v>1840.0</c:v>
                </c:pt>
                <c:pt idx="25">
                  <c:v>2084.0</c:v>
                </c:pt>
                <c:pt idx="26">
                  <c:v>1822.0</c:v>
                </c:pt>
                <c:pt idx="27">
                  <c:v>1574.0</c:v>
                </c:pt>
                <c:pt idx="28">
                  <c:v>1770.0</c:v>
                </c:pt>
                <c:pt idx="29">
                  <c:v>1775.0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4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100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1737.0</c:v>
                </c:pt>
                <c:pt idx="1">
                  <c:v>1667.0</c:v>
                </c:pt>
                <c:pt idx="2">
                  <c:v>1712.0</c:v>
                </c:pt>
                <c:pt idx="3">
                  <c:v>1514.0</c:v>
                </c:pt>
                <c:pt idx="4">
                  <c:v>2169.0</c:v>
                </c:pt>
                <c:pt idx="5">
                  <c:v>1866.0</c:v>
                </c:pt>
                <c:pt idx="6">
                  <c:v>1417.0</c:v>
                </c:pt>
                <c:pt idx="7">
                  <c:v>1492.0</c:v>
                </c:pt>
                <c:pt idx="8">
                  <c:v>1518.0</c:v>
                </c:pt>
                <c:pt idx="9">
                  <c:v>2055.0</c:v>
                </c:pt>
                <c:pt idx="10">
                  <c:v>1857.0</c:v>
                </c:pt>
                <c:pt idx="11">
                  <c:v>1924.0</c:v>
                </c:pt>
                <c:pt idx="12">
                  <c:v>1731.0</c:v>
                </c:pt>
                <c:pt idx="13">
                  <c:v>1414.0</c:v>
                </c:pt>
                <c:pt idx="14">
                  <c:v>1506.0</c:v>
                </c:pt>
                <c:pt idx="15">
                  <c:v>1695.0</c:v>
                </c:pt>
                <c:pt idx="16">
                  <c:v>1849.0</c:v>
                </c:pt>
                <c:pt idx="17">
                  <c:v>1905.0</c:v>
                </c:pt>
                <c:pt idx="18">
                  <c:v>2495.0</c:v>
                </c:pt>
                <c:pt idx="19">
                  <c:v>2674.0</c:v>
                </c:pt>
                <c:pt idx="20">
                  <c:v>1709.0</c:v>
                </c:pt>
                <c:pt idx="21">
                  <c:v>2303.0</c:v>
                </c:pt>
                <c:pt idx="22">
                  <c:v>1920.0</c:v>
                </c:pt>
                <c:pt idx="23">
                  <c:v>1736.0</c:v>
                </c:pt>
                <c:pt idx="24">
                  <c:v>1555.0</c:v>
                </c:pt>
                <c:pt idx="25">
                  <c:v>1634.0</c:v>
                </c:pt>
                <c:pt idx="26">
                  <c:v>1613.0</c:v>
                </c:pt>
                <c:pt idx="27">
                  <c:v>1458.0</c:v>
                </c:pt>
                <c:pt idx="28">
                  <c:v>1968.0</c:v>
                </c:pt>
                <c:pt idx="29">
                  <c:v>1456.0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1669.0</c:v>
                </c:pt>
                <c:pt idx="1">
                  <c:v>1752.0</c:v>
                </c:pt>
                <c:pt idx="2">
                  <c:v>1430.0</c:v>
                </c:pt>
                <c:pt idx="3">
                  <c:v>1766.0</c:v>
                </c:pt>
                <c:pt idx="4">
                  <c:v>1953.0</c:v>
                </c:pt>
                <c:pt idx="5">
                  <c:v>1913.0</c:v>
                </c:pt>
                <c:pt idx="6">
                  <c:v>1747.0</c:v>
                </c:pt>
                <c:pt idx="7">
                  <c:v>1696.0</c:v>
                </c:pt>
                <c:pt idx="8">
                  <c:v>1571.0</c:v>
                </c:pt>
                <c:pt idx="9">
                  <c:v>1581.0</c:v>
                </c:pt>
                <c:pt idx="10">
                  <c:v>1585.0</c:v>
                </c:pt>
                <c:pt idx="11">
                  <c:v>1872.0</c:v>
                </c:pt>
                <c:pt idx="12">
                  <c:v>1811.0</c:v>
                </c:pt>
                <c:pt idx="13">
                  <c:v>1610.0</c:v>
                </c:pt>
                <c:pt idx="14">
                  <c:v>1666.0</c:v>
                </c:pt>
                <c:pt idx="15">
                  <c:v>1668.0</c:v>
                </c:pt>
                <c:pt idx="16">
                  <c:v>1564.0</c:v>
                </c:pt>
                <c:pt idx="17">
                  <c:v>1911.0</c:v>
                </c:pt>
                <c:pt idx="18">
                  <c:v>2298.0</c:v>
                </c:pt>
                <c:pt idx="19">
                  <c:v>1773.0</c:v>
                </c:pt>
                <c:pt idx="20">
                  <c:v>1893.0</c:v>
                </c:pt>
                <c:pt idx="21">
                  <c:v>2042.0</c:v>
                </c:pt>
                <c:pt idx="22">
                  <c:v>1788.0</c:v>
                </c:pt>
                <c:pt idx="23">
                  <c:v>1485.0</c:v>
                </c:pt>
                <c:pt idx="24">
                  <c:v>1557.0</c:v>
                </c:pt>
                <c:pt idx="25">
                  <c:v>1902.0</c:v>
                </c:pt>
                <c:pt idx="26">
                  <c:v>1626.0</c:v>
                </c:pt>
                <c:pt idx="27">
                  <c:v>1584.0</c:v>
                </c:pt>
                <c:pt idx="28">
                  <c:v>1295.0</c:v>
                </c:pt>
                <c:pt idx="29">
                  <c:v>1626.0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1</c:v>
                </c:pt>
                <c:pt idx="15">
                  <c:v>0</c:v>
                </c:pt>
                <c:pt idx="16">
                  <c:v>0</c:v>
                </c:pt>
                <c:pt idx="17">
                  <c:v>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1546.0</c:v>
                </c:pt>
                <c:pt idx="1">
                  <c:v>1586.0</c:v>
                </c:pt>
                <c:pt idx="2">
                  <c:v>1770.0</c:v>
                </c:pt>
                <c:pt idx="3">
                  <c:v>1689.0</c:v>
                </c:pt>
                <c:pt idx="4">
                  <c:v>1975.0</c:v>
                </c:pt>
                <c:pt idx="5">
                  <c:v>1798.0</c:v>
                </c:pt>
                <c:pt idx="6">
                  <c:v>1354.0</c:v>
                </c:pt>
                <c:pt idx="7">
                  <c:v>1323.0</c:v>
                </c:pt>
                <c:pt idx="8">
                  <c:v>1785.0</c:v>
                </c:pt>
                <c:pt idx="9">
                  <c:v>1794.0</c:v>
                </c:pt>
                <c:pt idx="10">
                  <c:v>1424.0</c:v>
                </c:pt>
                <c:pt idx="11">
                  <c:v>1926.0</c:v>
                </c:pt>
                <c:pt idx="12">
                  <c:v>1934.0</c:v>
                </c:pt>
                <c:pt idx="13">
                  <c:v>1273.0</c:v>
                </c:pt>
                <c:pt idx="14">
                  <c:v>1296.0</c:v>
                </c:pt>
                <c:pt idx="15">
                  <c:v>1470.0</c:v>
                </c:pt>
                <c:pt idx="16">
                  <c:v>1548.0</c:v>
                </c:pt>
                <c:pt idx="17">
                  <c:v>1614.0</c:v>
                </c:pt>
                <c:pt idx="18">
                  <c:v>2445.0</c:v>
                </c:pt>
                <c:pt idx="19">
                  <c:v>2349.0</c:v>
                </c:pt>
                <c:pt idx="20">
                  <c:v>2017.0</c:v>
                </c:pt>
                <c:pt idx="21">
                  <c:v>1688.0</c:v>
                </c:pt>
                <c:pt idx="22">
                  <c:v>1772.0</c:v>
                </c:pt>
                <c:pt idx="23">
                  <c:v>1299.0</c:v>
                </c:pt>
                <c:pt idx="24">
                  <c:v>1500.0</c:v>
                </c:pt>
                <c:pt idx="25">
                  <c:v>1585.0</c:v>
                </c:pt>
                <c:pt idx="26">
                  <c:v>1652.0</c:v>
                </c:pt>
                <c:pt idx="27">
                  <c:v>1239.0</c:v>
                </c:pt>
                <c:pt idx="28">
                  <c:v>1677.0</c:v>
                </c:pt>
                <c:pt idx="29">
                  <c:v>1447.0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</c:v>
                </c:pt>
                <c:pt idx="19">
                  <c:v>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</c:v>
                </c:pt>
                <c:pt idx="29">
                  <c:v>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"¥"#,##0</c:formatCode>
                <c:ptCount val="30"/>
                <c:pt idx="0">
                  <c:v>1499.0</c:v>
                </c:pt>
                <c:pt idx="1">
                  <c:v>1669.0</c:v>
                </c:pt>
                <c:pt idx="2">
                  <c:v>1355.0</c:v>
                </c:pt>
                <c:pt idx="3">
                  <c:v>1412.0</c:v>
                </c:pt>
                <c:pt idx="4">
                  <c:v>1948.0</c:v>
                </c:pt>
                <c:pt idx="5">
                  <c:v>1633.0</c:v>
                </c:pt>
                <c:pt idx="6">
                  <c:v>1630.0</c:v>
                </c:pt>
                <c:pt idx="7">
                  <c:v>1705.0</c:v>
                </c:pt>
                <c:pt idx="8">
                  <c:v>1377.0</c:v>
                </c:pt>
                <c:pt idx="9">
                  <c:v>1422.0</c:v>
                </c:pt>
                <c:pt idx="10">
                  <c:v>1805.0</c:v>
                </c:pt>
                <c:pt idx="11">
                  <c:v>1891.0</c:v>
                </c:pt>
                <c:pt idx="12">
                  <c:v>1602.0</c:v>
                </c:pt>
                <c:pt idx="13">
                  <c:v>1620.0</c:v>
                </c:pt>
                <c:pt idx="14">
                  <c:v>1457.0</c:v>
                </c:pt>
                <c:pt idx="15">
                  <c:v>1847.0</c:v>
                </c:pt>
                <c:pt idx="16">
                  <c:v>1419.0</c:v>
                </c:pt>
                <c:pt idx="17">
                  <c:v>1431.0</c:v>
                </c:pt>
                <c:pt idx="18">
                  <c:v>1838.0</c:v>
                </c:pt>
                <c:pt idx="19">
                  <c:v>1986.0</c:v>
                </c:pt>
                <c:pt idx="20">
                  <c:v>1698.0</c:v>
                </c:pt>
                <c:pt idx="21">
                  <c:v>2002.0</c:v>
                </c:pt>
                <c:pt idx="22">
                  <c:v>2037.0</c:v>
                </c:pt>
                <c:pt idx="23">
                  <c:v>1802.0</c:v>
                </c:pt>
                <c:pt idx="24">
                  <c:v>1449.0</c:v>
                </c:pt>
                <c:pt idx="25">
                  <c:v>1885.0</c:v>
                </c:pt>
                <c:pt idx="26">
                  <c:v>1679.0</c:v>
                </c:pt>
                <c:pt idx="27">
                  <c:v>1688.0</c:v>
                </c:pt>
                <c:pt idx="28">
                  <c:v>1591.0</c:v>
                </c:pt>
                <c:pt idx="29">
                  <c:v>1294.0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5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625.0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CV（購入）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#,##0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1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女性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"¥"#,##0</c:formatCode>
                <c:ptCount val="6"/>
                <c:pt idx="0">
                  <c:v>128534.0</c:v>
                </c:pt>
                <c:pt idx="1">
                  <c:v>362337.0</c:v>
                </c:pt>
                <c:pt idx="2">
                  <c:v>456731.0</c:v>
                </c:pt>
                <c:pt idx="3">
                  <c:v>424593.0</c:v>
                </c:pt>
                <c:pt idx="4">
                  <c:v>216344.0</c:v>
                </c:pt>
                <c:pt idx="5">
                  <c:v>83150.0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男性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Sheet1!$C$2:$C$7</c:f>
              <c:numCache>
                <c:formatCode>"¥"#,##0</c:formatCode>
                <c:ptCount val="6"/>
                <c:pt idx="0">
                  <c:v>75170.0</c:v>
                </c:pt>
                <c:pt idx="1">
                  <c:v>165334.0</c:v>
                </c:pt>
                <c:pt idx="2">
                  <c:v>222297.0</c:v>
                </c:pt>
                <c:pt idx="3">
                  <c:v>176274.0</c:v>
                </c:pt>
                <c:pt idx="4">
                  <c:v>101735.0</c:v>
                </c:pt>
                <c:pt idx="5">
                  <c:v>57151.0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不明</c:v>
                </c:pt>
              </c:strCache>
            </c:strRef>
          </c:tx>
          <c:spPr>
            <a:solidFill>
              <a:srgbClr val="7F7F7F"/>
            </a:solidFill>
          </c:spPr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Sheet1!$D$2:$D$7</c:f>
              <c:numCache>
                <c:formatCode>"¥"#,##0</c:formatCode>
                <c:ptCount val="6"/>
                <c:pt idx="0">
                  <c:v>11691.0</c:v>
                </c:pt>
                <c:pt idx="1">
                  <c:v>15637.0</c:v>
                </c:pt>
                <c:pt idx="2">
                  <c:v>17245.0</c:v>
                </c:pt>
                <c:pt idx="3">
                  <c:v>13641.0</c:v>
                </c:pt>
                <c:pt idx="4">
                  <c:v>7312.0</c:v>
                </c:pt>
                <c:pt idx="5">
                  <c:v>5235.0</c:v>
                </c:pt>
              </c:numCache>
            </c:numRef>
          </c:val>
        </c:ser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150000.0"/>
      </c:valAx>
    </c:plotArea>
    <c:legend>
      <c:legendPos val="t"/>
      <c:overlay val="0"/>
      <c:txPr>
        <a:bodyPr/>
        <a:lstStyle/>
        <a:p>
          <a:pPr>
            <a:defRPr sz="900">
              <a:latin typeface="游ゴシック" panose="020B0400000000000000" pitchFamily="34"/>
              <a:ea typeface="游ゴシック" panose="020B0400000000000000" pitchFamily="34" charset="-128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女性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"¥"#,##0</c:formatCode>
                <c:ptCount val="6"/>
                <c:pt idx="0">
                  <c:v>8033.0</c:v>
                </c:pt>
                <c:pt idx="1">
                  <c:v>4706.0</c:v>
                </c:pt>
                <c:pt idx="2">
                  <c:v>3596.0</c:v>
                </c:pt>
                <c:pt idx="3">
                  <c:v>3629.0</c:v>
                </c:pt>
                <c:pt idx="4">
                  <c:v>4917.0</c:v>
                </c:pt>
                <c:pt idx="5">
                  <c:v>5939.0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男性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Sheet1!$C$2:$C$7</c:f>
              <c:numCache>
                <c:formatCode>"¥"#,##0</c:formatCode>
                <c:ptCount val="6"/>
                <c:pt idx="0">
                  <c:v>12528.0</c:v>
                </c:pt>
                <c:pt idx="1">
                  <c:v>7873.0</c:v>
                </c:pt>
                <c:pt idx="2">
                  <c:v>5850.0</c:v>
                </c:pt>
                <c:pt idx="3">
                  <c:v>5509.0</c:v>
                </c:pt>
                <c:pt idx="4">
                  <c:v>7267.0</c:v>
                </c:pt>
                <c:pt idx="5">
                  <c:v>7144.0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不明</c:v>
                </c:pt>
              </c:strCache>
            </c:strRef>
          </c:tx>
          <c:spPr>
            <a:solidFill>
              <a:srgbClr val="7F7F7F"/>
            </a:solidFill>
          </c:spPr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Sheet1!$D$2:$D$7</c:f>
              <c:numCache>
                <c:formatCode>"¥"#,##0</c:formatCode>
                <c:ptCount val="6"/>
                <c:pt idx="1">
                  <c:v>7818.0</c:v>
                </c:pt>
                <c:pt idx="2">
                  <c:v>8622.0</c:v>
                </c:pt>
                <c:pt idx="3">
                  <c:v>6820.0</c:v>
                </c:pt>
              </c:numCache>
            </c:numRef>
          </c:val>
        </c:ser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0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3750.0"/>
      </c:valAx>
    </c:plotArea>
    <c:legend>
      <c:legendPos val="t"/>
      <c:overlay val="0"/>
      <c:txPr>
        <a:bodyPr/>
        <a:lstStyle/>
        <a:p>
          <a:pPr>
            <a:defRPr sz="900">
              <a:latin typeface="游ゴシック" panose="020B0400000000000000" pitchFamily="34"/>
              <a:ea typeface="游ゴシック" panose="020B0400000000000000" pitchFamily="34" charset="-128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4469"/>
          <c:y val="0.0300"/>
          <c:w val="0.5131"/>
          <c:h val="0.8600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Sheet1!$A$2:$A$11</c:f>
              <c:strCache>
                <c:ptCount val="10"/>
                <c:pt idx="0">
                  <c:v>Messenger 受信箱</c:v>
                </c:pt>
                <c:pt idx="1">
                  <c:v>Instagram 発見タブ</c:v>
                </c:pt>
                <c:pt idx="2">
                  <c:v>Facebook Marketplace</c:v>
                </c:pt>
                <c:pt idx="3">
                  <c:v>Facebook インストリーム動画</c:v>
                </c:pt>
                <c:pt idx="4">
                  <c:v>Facebook リール</c:v>
                </c:pt>
                <c:pt idx="5">
                  <c:v>Audience Network ネイティ…</c:v>
                </c:pt>
                <c:pt idx="6">
                  <c:v>Instagram リール</c:v>
                </c:pt>
                <c:pt idx="7">
                  <c:v>Instagram ストーリーズ</c:v>
                </c:pt>
                <c:pt idx="8">
                  <c:v>Facebook フィード</c:v>
                </c:pt>
                <c:pt idx="9">
                  <c:v>Instagram フィード</c:v>
                </c:pt>
              </c:strCache>
            </c:strRef>
          </c:cat>
          <c:val>
            <c:numRef>
              <c:f>Sheet1!$B$2:$B$11</c:f>
              <c:numCache>
                <c:formatCode>"¥"#,##0</c:formatCode>
                <c:ptCount val="10"/>
                <c:pt idx="0">
                  <c:v>48580.0</c:v>
                </c:pt>
                <c:pt idx="1">
                  <c:v>80021.0</c:v>
                </c:pt>
                <c:pt idx="2">
                  <c:v>85890.0</c:v>
                </c:pt>
                <c:pt idx="3">
                  <c:v>105379.0</c:v>
                </c:pt>
                <c:pt idx="4">
                  <c:v>139530.0</c:v>
                </c:pt>
                <c:pt idx="5">
                  <c:v>143610.0</c:v>
                </c:pt>
                <c:pt idx="6">
                  <c:v>362121.0</c:v>
                </c:pt>
                <c:pt idx="7">
                  <c:v>381753.0</c:v>
                </c:pt>
                <c:pt idx="8">
                  <c:v>559987.0</c:v>
                </c:pt>
                <c:pt idx="9">
                  <c:v>633540.0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0000.0"/>
          <c:min val="0.0"/>
        </c:scaling>
        <c:delete val="0"/>
        <c:axPos val="b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000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4469"/>
          <c:y val="0.0300"/>
          <c:w val="0.5131"/>
          <c:h val="0.8600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CPA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Sheet1!$A$2:$A$11</c:f>
              <c:strCache>
                <c:ptCount val="10"/>
                <c:pt idx="0">
                  <c:v>Messenger 受信箱</c:v>
                </c:pt>
                <c:pt idx="1">
                  <c:v>Instagram 発見タブ</c:v>
                </c:pt>
                <c:pt idx="2">
                  <c:v>Facebook Marketplace</c:v>
                </c:pt>
                <c:pt idx="3">
                  <c:v>Facebook インストリーム動画</c:v>
                </c:pt>
                <c:pt idx="4">
                  <c:v>Facebook リール</c:v>
                </c:pt>
                <c:pt idx="5">
                  <c:v>Audience Network ネイティ…</c:v>
                </c:pt>
                <c:pt idx="6">
                  <c:v>Instagram リール</c:v>
                </c:pt>
                <c:pt idx="7">
                  <c:v>Instagram ストーリーズ</c:v>
                </c:pt>
                <c:pt idx="8">
                  <c:v>Facebook フィード</c:v>
                </c:pt>
                <c:pt idx="9">
                  <c:v>Instagram フィード</c:v>
                </c:pt>
              </c:strCache>
            </c:strRef>
          </c:cat>
          <c:val>
            <c:numRef>
              <c:f>Sheet1!$B$2:$B$11</c:f>
              <c:numCache>
                <c:formatCode>"¥"#,##0</c:formatCode>
                <c:ptCount val="10"/>
                <c:pt idx="0">
                  <c:v>16193.0</c:v>
                </c:pt>
                <c:pt idx="1">
                  <c:v>5716.0</c:v>
                </c:pt>
                <c:pt idx="2">
                  <c:v>5052.0</c:v>
                </c:pt>
                <c:pt idx="3">
                  <c:v>13172.0</c:v>
                </c:pt>
                <c:pt idx="4">
                  <c:v>6976.0</c:v>
                </c:pt>
                <c:pt idx="5">
                  <c:v>23935.0</c:v>
                </c:pt>
                <c:pt idx="6">
                  <c:v>6138.0</c:v>
                </c:pt>
                <c:pt idx="7">
                  <c:v>6157.0</c:v>
                </c:pt>
                <c:pt idx="8">
                  <c:v>3636.0</c:v>
                </c:pt>
                <c:pt idx="9">
                  <c:v>3579.0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0.0"/>
          <c:min val="0.0"/>
        </c:scaling>
        <c:delete val="0"/>
        <c:axPos val="b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75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425"/>
          <c:y val="0.0300"/>
          <c:w val="0.5575"/>
          <c:h val="0.8600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構成比（%）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Androidタブレット</c:v>
                </c:pt>
                <c:pt idx="1">
                  <c:v>iPad</c:v>
                </c:pt>
                <c:pt idx="2">
                  <c:v>デスクトップ</c:v>
                </c:pt>
                <c:pt idx="3">
                  <c:v>Androidスマートフォン</c:v>
                </c:pt>
                <c:pt idx="4">
                  <c:v>iPhone</c:v>
                </c:pt>
              </c:strCache>
            </c:strRef>
          </c:cat>
          <c:val>
            <c:numRef>
              <c:f>Sheet1!$B$2:$B$6</c:f>
              <c:numCache>
                <c:formatCode>0.0"%"</c:formatCode>
                <c:ptCount val="5"/>
                <c:pt idx="0">
                  <c:v>1.8</c:v>
                </c:pt>
                <c:pt idx="1">
                  <c:v>3.58</c:v>
                </c:pt>
                <c:pt idx="2">
                  <c:v>5.18</c:v>
                </c:pt>
                <c:pt idx="3">
                  <c:v>29.11</c:v>
                </c:pt>
                <c:pt idx="4">
                  <c:v>60.34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00">
                  <a:latin typeface="游ゴシック" panose="020B0400000000000000" pitchFamily="34"/>
                  <a:ea typeface="游ゴシック" panose="020B0400000000000000" pitchFamily="34" charset="-128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b"/>
        <c:majorGridlines>
          <c:spPr>
            <a:ln w="6350">
              <a:solidFill>
                <a:srgbClr val="D9DDE3"/>
              </a:solidFill>
            </a:ln>
          </c:spPr>
        </c:majorGridlines>
        <c:numFmt formatCode="0.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425"/>
          <c:y val="0.0300"/>
          <c:w val="0.5575"/>
          <c:h val="0.8600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CPA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Sheet1!$A$2:$A$6</c:f>
              <c:strCache>
                <c:ptCount val="5"/>
                <c:pt idx="0">
                  <c:v>Androidタブレット</c:v>
                </c:pt>
                <c:pt idx="1">
                  <c:v>iPad</c:v>
                </c:pt>
                <c:pt idx="2">
                  <c:v>デスクトップ</c:v>
                </c:pt>
                <c:pt idx="3">
                  <c:v>Androidスマートフォン</c:v>
                </c:pt>
                <c:pt idx="4">
                  <c:v>iPhone</c:v>
                </c:pt>
              </c:strCache>
            </c:strRef>
          </c:cat>
          <c:val>
            <c:numRef>
              <c:f>Sheet1!$B$2:$B$6</c:f>
              <c:numCache>
                <c:formatCode>"¥"#,##0</c:formatCode>
                <c:ptCount val="5"/>
                <c:pt idx="0">
                  <c:v>7614.0</c:v>
                </c:pt>
                <c:pt idx="1">
                  <c:v>5349.0</c:v>
                </c:pt>
                <c:pt idx="2">
                  <c:v>4534.0</c:v>
                </c:pt>
                <c:pt idx="3">
                  <c:v>6012.0</c:v>
                </c:pt>
                <c:pt idx="4">
                  <c:v>4443.0</c:v>
                </c:pt>
              </c:numCache>
            </c:numRef>
          </c:val>
        </c:ser>
        <c:dLbls>
          <c:numFmt formatCode="&quot;¥&quot;#,##0" sourceLinked="0"/>
          <c:txPr>
            <a:bodyPr/>
            <a:lstStyle/>
            <a:p>
              <a:pPr>
                <a:defRPr sz="800">
                  <a:latin typeface="游ゴシック" panose="020B0400000000000000" pitchFamily="34"/>
                  <a:ea typeface="游ゴシック" panose="020B0400000000000000" pitchFamily="34" charset="-128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00.0"/>
          <c:min val="0.0"/>
        </c:scaling>
        <c:delete val="0"/>
        <c:axPos val="b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5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486"/>
          <c:y val="0.0300"/>
          <c:w val="0.8114"/>
          <c:h val="0.8600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消化金額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Sheet1!$A$2:$A$11</c:f>
              <c:strCache>
                <c:ptCount val="10"/>
                <c:pt idx="0">
                  <c:v>福岡県</c:v>
                </c:pt>
                <c:pt idx="1">
                  <c:v>兵庫県</c:v>
                </c:pt>
                <c:pt idx="2">
                  <c:v>北海道</c:v>
                </c:pt>
                <c:pt idx="3">
                  <c:v>千葉県</c:v>
                </c:pt>
                <c:pt idx="4">
                  <c:v>愛知県</c:v>
                </c:pt>
                <c:pt idx="5">
                  <c:v>埼玉県</c:v>
                </c:pt>
                <c:pt idx="6">
                  <c:v>神奈川県</c:v>
                </c:pt>
                <c:pt idx="7">
                  <c:v>大阪府</c:v>
                </c:pt>
                <c:pt idx="8">
                  <c:v>その他</c:v>
                </c:pt>
                <c:pt idx="9">
                  <c:v>東京都</c:v>
                </c:pt>
              </c:strCache>
            </c:strRef>
          </c:cat>
          <c:val>
            <c:numRef>
              <c:f>Sheet1!$B$2:$B$11</c:f>
              <c:numCache>
                <c:formatCode>"¥"#,##0</c:formatCode>
                <c:ptCount val="10"/>
                <c:pt idx="0">
                  <c:v>115023.0</c:v>
                </c:pt>
                <c:pt idx="1">
                  <c:v>121288.0</c:v>
                </c:pt>
                <c:pt idx="2">
                  <c:v>132673.0</c:v>
                </c:pt>
                <c:pt idx="3">
                  <c:v>160935.0</c:v>
                </c:pt>
                <c:pt idx="4">
                  <c:v>176665.0</c:v>
                </c:pt>
                <c:pt idx="5">
                  <c:v>188477.0</c:v>
                </c:pt>
                <c:pt idx="6">
                  <c:v>254805.0</c:v>
                </c:pt>
                <c:pt idx="7">
                  <c:v>268833.0</c:v>
                </c:pt>
                <c:pt idx="8">
                  <c:v>348593.0</c:v>
                </c:pt>
                <c:pt idx="9">
                  <c:v>523613.0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000.0"/>
          <c:min val="0.0"/>
        </c:scaling>
        <c:delete val="0"/>
        <c:axPos val="b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1500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486"/>
          <c:y val="0.0300"/>
          <c:w val="0.8114"/>
          <c:h val="0.8600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CPA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Sheet1!$A$2:$A$11</c:f>
              <c:strCache>
                <c:ptCount val="10"/>
                <c:pt idx="0">
                  <c:v>福岡県</c:v>
                </c:pt>
                <c:pt idx="1">
                  <c:v>兵庫県</c:v>
                </c:pt>
                <c:pt idx="2">
                  <c:v>北海道</c:v>
                </c:pt>
                <c:pt idx="3">
                  <c:v>千葉県</c:v>
                </c:pt>
                <c:pt idx="4">
                  <c:v>愛知県</c:v>
                </c:pt>
                <c:pt idx="5">
                  <c:v>埼玉県</c:v>
                </c:pt>
                <c:pt idx="6">
                  <c:v>神奈川県</c:v>
                </c:pt>
                <c:pt idx="7">
                  <c:v>大阪府</c:v>
                </c:pt>
                <c:pt idx="8">
                  <c:v>その他</c:v>
                </c:pt>
                <c:pt idx="9">
                  <c:v>東京都</c:v>
                </c:pt>
              </c:strCache>
            </c:strRef>
          </c:cat>
          <c:val>
            <c:numRef>
              <c:f>Sheet1!$B$2:$B$11</c:f>
              <c:numCache>
                <c:formatCode>"¥"#,##0</c:formatCode>
                <c:ptCount val="10"/>
                <c:pt idx="0">
                  <c:v>5228.0</c:v>
                </c:pt>
                <c:pt idx="1">
                  <c:v>4332.0</c:v>
                </c:pt>
                <c:pt idx="2">
                  <c:v>5768.0</c:v>
                </c:pt>
                <c:pt idx="3">
                  <c:v>5191.0</c:v>
                </c:pt>
                <c:pt idx="4">
                  <c:v>5353.0</c:v>
                </c:pt>
                <c:pt idx="5">
                  <c:v>5235.0</c:v>
                </c:pt>
                <c:pt idx="6">
                  <c:v>4319.0</c:v>
                </c:pt>
                <c:pt idx="7">
                  <c:v>4716.0</c:v>
                </c:pt>
                <c:pt idx="8">
                  <c:v>6835.0</c:v>
                </c:pt>
                <c:pt idx="9">
                  <c:v>4028.0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00.0"/>
          <c:min val="0.0"/>
        </c:scaling>
        <c:delete val="0"/>
        <c:axPos val="b"/>
        <c:majorGridlines>
          <c:spPr>
            <a:ln w="6350">
              <a:solidFill>
                <a:srgbClr val="D9DDE3"/>
              </a:solidFill>
            </a:ln>
          </c:spPr>
        </c:majorGridlines>
        <c:numFmt formatCode="&quot;¥&quot;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游ゴシック" panose="020B0400000000000000" pitchFamily="34"/>
                <a:ea typeface="游ゴシック" panose="020B0400000000000000" pitchFamily="34" charset="-128"/>
              </a:defRPr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900">
          <a:solidFill>
            <a:srgbClr val="262626"/>
          </a:solidFill>
          <a:latin typeface="游ゴシック" panose="020B0400000000000000" pitchFamily="34"/>
          <a:ea typeface="游ゴシック" panose="020B0400000000000000" pitchFamily="34" charset="-128"/>
        </a:defRPr>
      </a:pPr>
      <a:endParaRPr lang="en-US">
        <a:latin typeface="游ゴシック" panose="020B0400000000000000" pitchFamily="34"/>
        <a:ea typeface="游ゴシック" panose="020B0400000000000000" pitchFamily="34" charset="-128"/>
      </a:endParaR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cover</a:t>
            </a:r>
          </a:p>
          <a:p>
            <a:r>
              <a:t>【数字の出どころ】</a:t>
            </a:r>
          </a:p>
          <a:p>
            <a:r>
              <a:t>- このスライドに集計値はありません（表紙・目次・中扉）</a:t>
            </a:r>
          </a:p>
          <a:p>
            <a:r>
              <a:t>- 対象期間: analysis.json の period（2026年9月1日〜9月30日）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toc</a:t>
            </a:r>
          </a:p>
          <a:p>
            <a:r>
              <a:t>【数字の出どころ】</a:t>
            </a:r>
          </a:p>
          <a:p>
            <a:r>
              <a:t>- このスライドに集計値はありません（表紙・目次・中扉）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divider.overview</a:t>
            </a:r>
          </a:p>
          <a:p>
            <a:r>
              <a:t>【数字の出どころ】</a:t>
            </a:r>
          </a:p>
          <a:p>
            <a:r>
              <a:t>- このスライドに集計値はありません（表紙・目次・中扉）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summary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total.* / mom.* / target.* / campaign.*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元データ: 01_clients/サンプル商事/ads/2026-08/広告_日別.csv 行 2-807（806行）</a:t>
            </a:r>
          </a:p>
          <a:p>
            <a:r>
              <a:t>- provenance のスコープ: total, prev_total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※ カードの「前月比」は mom.&lt;指標&gt;.pct、色は改善=緑・悪化=赤（指標の良し悪しの向きで判定）</a:t>
            </a:r>
          </a:p>
          <a:p>
            <a:r>
              <a:t>【所見の出どころ】</a:t>
            </a:r>
          </a:p>
          <a:p>
            <a:r>
              <a:t>- insights.json slides["summary"]</a:t>
            </a:r>
          </a:p>
          <a:p>
            <a:r>
              <a:t>- sources: total.cpa / total.roas / total.cv / mom.cpa.pct / mom.roas.pct / mom.cv.pct / target.cpa.status / target.roas.status / campaign.C1 / campaign.C2 / _profile.md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targets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target.&lt;指標&gt;.goal / actual / achievement / status（目標は _profile.md の ad_kpi_targets）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元データ: 01_clients/サンプル商事/_profile.md（ad_kpi_targets）</a:t>
            </a:r>
          </a:p>
          <a:p>
            <a:r>
              <a:t>- provenance のスコープ: total, target.cpa, target.roas, target.ctr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slides["targets"]</a:t>
            </a:r>
          </a:p>
          <a:p>
            <a:r>
              <a:t>- sources: target.cpa.status / target.roas.status / target.ctr.status / mom.cpa.trend / mom.roas.trend / mom.ctr.trend / campaign.C3.ctr / _profile.md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mom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total.* / prev.* / mom.&lt;指標&gt;.diff・pct・trend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元データ: 01_clients/サンプル商事/ads/2026-08/広告_日別.csv 行 2-807（806行）</a:t>
            </a:r>
          </a:p>
          <a:p>
            <a:r>
              <a:t>- provenance のスコープ: total, prev_total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slides["mom"]</a:t>
            </a:r>
          </a:p>
          <a:p>
            <a:r>
              <a:t>- sources: mom.spend.pct / mom.cv.pct / mom.cpa.trend / mom.cpc.pct / mom.cpm.pct / mom.cvr.trend / prev.cpa / prev.cvr / campaign.C1.mom.cpa.pct / campaign.C2.mom.cpa.pct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mom.campaigns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campaign.&lt;ID&gt;.* / campaign.&lt;ID&gt;.prev.* / campaign.&lt;ID&gt;.mom.*（前月は同名キャンペーンで照合）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元データ: 01_clients/サンプル商事/ads/2026-09/期間合計_キャンペーン.csv 行 2-4（3行）</a:t>
            </a:r>
          </a:p>
          <a:p>
            <a:r>
              <a:t>- provenance のスコープ: campaign.C1, campaign.C2, campaign.C3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measurement_notes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analysis.json の attribution（アトリビューション設定の列）と deck_config.json の measurement_notes（固定文言）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元データ: 01_clients/サンプル商事/ads/2026-09/期間合計_キャンペーン.csv 行 2-4（3行）</a:t>
            </a:r>
          </a:p>
          <a:p>
            <a:r>
              <a:t>- provenance のスコープ: campaign.C1, campaign.C2, campaign.C3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計測仕様の変更の文言は deck_config.json の measurement_notes（出典URL付き）。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daily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analysis.json の daily_series / values の day.&lt;日付&gt;.*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provenance のスコープ: total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slides["daily"]</a:t>
            </a:r>
          </a:p>
          <a:p>
            <a:r>
              <a:t>- sources: day.2026-09-19.cv / day.2026-09-19.spend / day.2026-09-20.cv / day.2026-09-20.spend / day.2026-09-28.cpa / daily_series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daily.cpa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analysis.json の daily_series.cpa / roas（日ごとに 消化金額÷CV、購入金額÷消化金額）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provenance のスコープ: total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daily.rates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analysis.json の daily_series / daily[].metrics（日ごとに元の数値から再計算）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provenance のスコープ: total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daily.table.p1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day.&lt;日付&gt;.*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provenance のスコープ: total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daily.table.p2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day.&lt;日付&gt;.*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provenance のスコープ: total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weekly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week.W&lt;n&gt;.*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provenance のスコープ: total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slides["weekly"]</a:t>
            </a:r>
          </a:p>
          <a:p>
            <a:r>
              <a:t>- sources: week.W3.cpa / week.W4.cpa / week.W5.cpa / week.W1.cpa / week.W2.cpa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weekday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weekday.&lt;mon〜sun&gt;.*（1日あたり = 合計 ÷ その曜日の日数）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provenance のスコープ: total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slides["weekday"]</a:t>
            </a:r>
          </a:p>
          <a:p>
            <a:r>
              <a:t>- sources: weekday.sat.cv_per_day / weekday.sun.cv_per_day / weekday.sat.cpa / weekday.sun.cpa / weekday.mon.cpa / weekday.tue.cpa / day.2026-09-19.cv / day.2026-09-20.cv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divider.campaign</a:t>
            </a:r>
          </a:p>
          <a:p>
            <a:r>
              <a:t>【数字の出どころ】</a:t>
            </a:r>
          </a:p>
          <a:p>
            <a:r>
              <a:t>- このスライドに集計値はありません（表紙・目次・中扉）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campaigns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campaign.&lt;ID&gt;.*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元データ: 01_clients/サンプル商事/ads/2026-09/期間合計_キャンペーン.csv 行 2-4（3行）</a:t>
            </a:r>
          </a:p>
          <a:p>
            <a:r>
              <a:t>- provenance のスコープ: total, campaign.C1, campaign.C2, campaign.C3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slides["campaigns"]</a:t>
            </a:r>
          </a:p>
          <a:p>
            <a:r>
              <a:t>- sources: campaign.C1 / campaign.C2 / campaign.C3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campaigns.chart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campaign.&lt;ID&gt;.spend / cpa / roas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元データ: 01_clients/サンプル商事/ads/2026-09/期間合計_キャンペーン.csv 行 2-4（3行）</a:t>
            </a:r>
          </a:p>
          <a:p>
            <a:r>
              <a:t>- provenance のスコープ: campaign.C1, campaign.C2, campaign.C3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campaign.C1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campaign.C1.* / adset.&lt;ID&gt;.*</a:t>
            </a:r>
          </a:p>
          <a:p>
            <a:r>
              <a:t>- 元データ: 01_clients/サンプル商事/ads/2026-09/広告_日別.csv 行 2-257（256行）</a:t>
            </a:r>
          </a:p>
          <a:p>
            <a:r>
              <a:t>- 元データ: 01_clients/サンプル商事/ads/2026-09/期間合計_キャンペーン.csv 行 2（1行）</a:t>
            </a:r>
          </a:p>
          <a:p>
            <a:r>
              <a:t>- provenance のスコープ: campaign.C1, adset.C1S1, adset.C1S2, adset.C1S3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slides["campaign.C1"]</a:t>
            </a:r>
          </a:p>
          <a:p>
            <a:r>
              <a:t>- sources: campaign.C1 / adset.C1S1 / adset.C1S2 / adset.C1S3 / target.cpa.goal / _profile.md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campaign.C1.daily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analysis.json の campaigns[C1].daily（日別の元の数値から再計算）</a:t>
            </a:r>
          </a:p>
          <a:p>
            <a:r>
              <a:t>- 元データ: 01_clients/サンプル商事/ads/2026-09/広告_日別.csv 行 2-257（256行）</a:t>
            </a:r>
          </a:p>
          <a:p>
            <a:r>
              <a:t>- 元データ: 01_clients/サンプル商事/ads/2026-09/期間合計_キャンペーン.csv 行 2（1行）</a:t>
            </a:r>
          </a:p>
          <a:p>
            <a:r>
              <a:t>- provenance のスコープ: campaign.C1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campaign.C2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campaign.C2.* / adset.&lt;ID&gt;.*</a:t>
            </a:r>
          </a:p>
          <a:p>
            <a:r>
              <a:t>- 元データ: 01_clients/サンプル商事/ads/2026-09/広告_日別.csv 行 258-517（260行）</a:t>
            </a:r>
          </a:p>
          <a:p>
            <a:r>
              <a:t>- 元データ: 01_clients/サンプル商事/ads/2026-09/期間合計_キャンペーン.csv 行 3（1行）</a:t>
            </a:r>
          </a:p>
          <a:p>
            <a:r>
              <a:t>- provenance のスコープ: campaign.C2, adset.C2S1, adset.C2S2, adset.C2S3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slides["campaign.C2"]</a:t>
            </a:r>
          </a:p>
          <a:p>
            <a:r>
              <a:t>- sources: campaign.C2 / adset.C2S1 / adset.C2S2 / adset.C2S3 / target.cpa.goal / target.roas.goal / _profile.md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campaign.C2.daily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analysis.json の campaigns[C2].daily（日別の元の数値から再計算）</a:t>
            </a:r>
          </a:p>
          <a:p>
            <a:r>
              <a:t>- 元データ: 01_clients/サンプル商事/ads/2026-09/広告_日別.csv 行 258-517（260行）</a:t>
            </a:r>
          </a:p>
          <a:p>
            <a:r>
              <a:t>- 元データ: 01_clients/サンプル商事/ads/2026-09/期間合計_キャンペーン.csv 行 3（1行）</a:t>
            </a:r>
          </a:p>
          <a:p>
            <a:r>
              <a:t>- provenance のスコープ: campaign.C2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campaign.C3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campaign.C3.* / adset.&lt;ID&gt;.*</a:t>
            </a:r>
          </a:p>
          <a:p>
            <a:r>
              <a:t>- 元データ: 01_clients/サンプル商事/ads/2026-09/広告_日別.csv 行 518-787（270行）</a:t>
            </a:r>
          </a:p>
          <a:p>
            <a:r>
              <a:t>- 元データ: 01_clients/サンプル商事/ads/2026-09/期間合計_キャンペーン.csv 行 4（1行）</a:t>
            </a:r>
          </a:p>
          <a:p>
            <a:r>
              <a:t>- provenance のスコープ: campaign.C3, adset.C3S1, adset.C3S2, adset.C3S3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slides["campaign.C3"]</a:t>
            </a:r>
          </a:p>
          <a:p>
            <a:r>
              <a:t>- sources: campaign.C3 / _profile.md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campaign.C3.daily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analysis.json の campaigns[C3].daily（日別の元の数値から再計算）</a:t>
            </a:r>
          </a:p>
          <a:p>
            <a:r>
              <a:t>- 元データ: 01_clients/サンプル商事/ads/2026-09/広告_日別.csv 行 518-787（270行）</a:t>
            </a:r>
          </a:p>
          <a:p>
            <a:r>
              <a:t>- 元データ: 01_clients/サンプル商事/ads/2026-09/期間合計_キャンペーン.csv 行 4（1行）</a:t>
            </a:r>
          </a:p>
          <a:p>
            <a:r>
              <a:t>- provenance のスコープ: campaign.C3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divider.adset</a:t>
            </a:r>
          </a:p>
          <a:p>
            <a:r>
              <a:t>【数字の出どころ】</a:t>
            </a:r>
          </a:p>
          <a:p>
            <a:r>
              <a:t>- このスライドに集計値はありません（表紙・目次・中扉）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adset.C1S1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adset.C1S1.* / ad.&lt;ID&gt;.*、analysis.json の adsets[C1S1].daily</a:t>
            </a:r>
          </a:p>
          <a:p>
            <a:r>
              <a:t>- 元データ: 01_clients/サンプル商事/ads/2026-09/広告_日別.csv 行 2-91（90行）</a:t>
            </a:r>
          </a:p>
          <a:p>
            <a:r>
              <a:t>- provenance のスコープ: adset.C1S1, ad.C1S1A1, ad.C1S1A2, ad.C1S1A3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slides["adset.C1S1"]</a:t>
            </a:r>
          </a:p>
          <a:p>
            <a:r>
              <a:t>- sources: adset.C1S1 / ad.C1S1A1 / ad.C1S1A2 / ad.C1S1A3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adset.C1S2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adset.C1S2.* / ad.&lt;ID&gt;.*、analysis.json の adsets[C1S2].daily</a:t>
            </a:r>
          </a:p>
          <a:p>
            <a:r>
              <a:t>- 元データ: 01_clients/サンプル商事/ads/2026-09/広告_日別.csv 行 92-181（90行）</a:t>
            </a:r>
          </a:p>
          <a:p>
            <a:r>
              <a:t>- provenance のスコープ: adset.C1S2, ad.C1S2A1, ad.C1S2A2, ad.C1S2A3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slides["adset.C1S2"]</a:t>
            </a:r>
          </a:p>
          <a:p>
            <a:r>
              <a:t>- sources: adset.C1S2 / ad.C1S2A1 / ad.C1S2A2 / ad.C1S2A3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adset.C1S3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adset.C1S3.* / ad.&lt;ID&gt;.*、analysis.json の adsets[C1S3].daily</a:t>
            </a:r>
          </a:p>
          <a:p>
            <a:r>
              <a:t>- 元データ: 01_clients/サンプル商事/ads/2026-09/広告_日別.csv 行 182-257（76行）</a:t>
            </a:r>
          </a:p>
          <a:p>
            <a:r>
              <a:t>- provenance のスコープ: adset.C1S3, ad.C1S3A1, ad.C1S3A2, ad.C1S3A3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slides["adset.C1S3"]</a:t>
            </a:r>
          </a:p>
          <a:p>
            <a:r>
              <a:t>- sources: adset.C1S3 / ad.C1S3A1 / ad.C1S3A2 / ad.C1S3A3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adset.C2S1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adset.C2S1.* / ad.&lt;ID&gt;.*、analysis.json の adsets[C2S1].daily</a:t>
            </a:r>
          </a:p>
          <a:p>
            <a:r>
              <a:t>- 元データ: 01_clients/サンプル商事/ads/2026-09/広告_日別.csv 行 348-437（90行）</a:t>
            </a:r>
          </a:p>
          <a:p>
            <a:r>
              <a:t>- provenance のスコープ: adset.C2S1, ad.C2S1A1, ad.C2S1A2, ad.C2S1A3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slides["adset.C2S1"]</a:t>
            </a:r>
          </a:p>
          <a:p>
            <a:r>
              <a:t>- sources: adset.C2S1 / ad.C2S1A1 / ad.C2S1A2 / ad.C2S1A3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adset.C2S2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adset.C2S2.* / ad.&lt;ID&gt;.*、analysis.json の adsets[C2S2].daily</a:t>
            </a:r>
          </a:p>
          <a:p>
            <a:r>
              <a:t>- 元データ: 01_clients/サンプル商事/ads/2026-09/広告_日別.csv 行 258-347（90行）</a:t>
            </a:r>
          </a:p>
          <a:p>
            <a:r>
              <a:t>- provenance のスコープ: adset.C2S2, ad.C2S2A1, ad.C2S2A2, ad.C2S2A3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slides["adset.C2S2"]</a:t>
            </a:r>
          </a:p>
          <a:p>
            <a:r>
              <a:t>- sources: adset.C2S2 / ad.C2S2A1 / ad.C2S2A2 / ad.C2S2A3 / rankings.cpa_best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adset.C2S3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adset.C2S3.* / ad.&lt;ID&gt;.*、analysis.json の adsets[C2S3].daily</a:t>
            </a:r>
          </a:p>
          <a:p>
            <a:r>
              <a:t>- 元データ: 01_clients/サンプル商事/ads/2026-09/広告_日別.csv 行 438-517（80行）</a:t>
            </a:r>
          </a:p>
          <a:p>
            <a:r>
              <a:t>- provenance のスコープ: adset.C2S3, ad.C2S3A1, ad.C2S3A2, ad.C2S3A3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slides["adset.C2S3"]</a:t>
            </a:r>
          </a:p>
          <a:p>
            <a:r>
              <a:t>- sources: adset.C2S3 / ad.C2S3A1 / ad.C2S3A2 / ad.C2S3A3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adset.C3S1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adset.C3S1.* / ad.&lt;ID&gt;.*、analysis.json の adsets[C3S1].daily</a:t>
            </a:r>
          </a:p>
          <a:p>
            <a:r>
              <a:t>- 元データ: 01_clients/サンプル商事/ads/2026-09/広告_日別.csv 行 518-607（90行）</a:t>
            </a:r>
          </a:p>
          <a:p>
            <a:r>
              <a:t>- provenance のスコープ: adset.C3S1, ad.C3S1A1, ad.C3S1A2, ad.C3S1A3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未記入（slides["adset.C3S1"] が空）→ スライドは「所見：要確認」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adset.C3S2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adset.C3S2.* / ad.&lt;ID&gt;.*、analysis.json の adsets[C3S2].daily</a:t>
            </a:r>
          </a:p>
          <a:p>
            <a:r>
              <a:t>- 元データ: 01_clients/サンプル商事/ads/2026-09/広告_日別.csv 行 608-697（90行）</a:t>
            </a:r>
          </a:p>
          <a:p>
            <a:r>
              <a:t>- provenance のスコープ: adset.C3S2, ad.C3S2A1, ad.C3S2A2, ad.C3S2A3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未記入（slides["adset.C3S2"] が空）→ スライドは「所見：要確認」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adset.C3S3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adset.C3S3.* / ad.&lt;ID&gt;.*、analysis.json の adsets[C3S3].daily</a:t>
            </a:r>
          </a:p>
          <a:p>
            <a:r>
              <a:t>- 元データ: 01_clients/サンプル商事/ads/2026-09/広告_日別.csv 行 698-787（90行）</a:t>
            </a:r>
          </a:p>
          <a:p>
            <a:r>
              <a:t>- provenance のスコープ: adset.C3S3, ad.C3S3A1, ad.C3S3A2, ad.C3S3A3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未記入（slides["adset.C3S3"] が空）→ スライドは「所見：要確認」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divider.creative</a:t>
            </a:r>
          </a:p>
          <a:p>
            <a:r>
              <a:t>【数字の出どころ】</a:t>
            </a:r>
          </a:p>
          <a:p>
            <a:r>
              <a:t>- このスライドに集計値はありません（表紙・目次・中扉）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ad.C1S1A1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ad.C1S1A1.*、analysis.json の ads[C1S1A1].daily</a:t>
            </a:r>
          </a:p>
          <a:p>
            <a:r>
              <a:t>- 元データ: 01_clients/サンプル商事/ads/2026-09/広告_日別.csv 行 62-91（30行）</a:t>
            </a:r>
          </a:p>
          <a:p>
            <a:r>
              <a:t>- provenance のスコープ: ad.C1S1A1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slides["ad.C1S1A1"]</a:t>
            </a:r>
          </a:p>
          <a:p>
            <a:r>
              <a:t>- sources: ad.C1S1A1 / rankings.spend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ad.C1S1A2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ad.C1S1A2.*、analysis.json の ads[C1S1A2].daily</a:t>
            </a:r>
          </a:p>
          <a:p>
            <a:r>
              <a:t>- 元データ: 01_clients/サンプル商事/ads/2026-09/広告_日別.csv 行 2-31（30行）</a:t>
            </a:r>
          </a:p>
          <a:p>
            <a:r>
              <a:t>- provenance のスコープ: ad.C1S1A2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slides["ad.C1S1A2"]</a:t>
            </a:r>
          </a:p>
          <a:p>
            <a:r>
              <a:t>- sources: ad.C1S1A2 / adset.C1S1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ad.C1S1A3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ad.C1S1A3.*、analysis.json の ads[C1S1A3].daily</a:t>
            </a:r>
          </a:p>
          <a:p>
            <a:r>
              <a:t>- 元データ: 01_clients/サンプル商事/ads/2026-09/広告_日別.csv 行 32-61（30行）</a:t>
            </a:r>
          </a:p>
          <a:p>
            <a:r>
              <a:t>- provenance のスコープ: ad.C1S1A3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slides["ad.C1S1A3"]</a:t>
            </a:r>
          </a:p>
          <a:p>
            <a:r>
              <a:t>- sources: ad.C1S1A3 / adset.C1S1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ad.C1S2A1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ad.C1S2A1.*、analysis.json の ads[C1S2A1].daily</a:t>
            </a:r>
          </a:p>
          <a:p>
            <a:r>
              <a:t>- 元データ: 01_clients/サンプル商事/ads/2026-09/広告_日別.csv 行 122-151（30行）</a:t>
            </a:r>
          </a:p>
          <a:p>
            <a:r>
              <a:t>- provenance のスコープ: ad.C1S2A1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slides["ad.C1S2A1"]</a:t>
            </a:r>
          </a:p>
          <a:p>
            <a:r>
              <a:t>- sources: ad.C1S2A1 / ad.C1S1A3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ad.C1S2A2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ad.C1S2A2.*、analysis.json の ads[C1S2A2].daily</a:t>
            </a:r>
          </a:p>
          <a:p>
            <a:r>
              <a:t>- 元データ: 01_clients/サンプル商事/ads/2026-09/広告_日別.csv 行 92-121（30行）</a:t>
            </a:r>
          </a:p>
          <a:p>
            <a:r>
              <a:t>- provenance のスコープ: ad.C1S2A2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slides["ad.C1S2A2"]</a:t>
            </a:r>
          </a:p>
          <a:p>
            <a:r>
              <a:t>- sources: ad.C1S2A2 / adset.C1S2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ad.C1S2A3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ad.C1S2A3.*、analysis.json の ads[C1S2A3].daily</a:t>
            </a:r>
          </a:p>
          <a:p>
            <a:r>
              <a:t>- 元データ: 01_clients/サンプル商事/ads/2026-09/広告_日別.csv 行 152-181（30行）</a:t>
            </a:r>
          </a:p>
          <a:p>
            <a:r>
              <a:t>- provenance のスコープ: ad.C1S2A3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slides["ad.C1S2A3"]</a:t>
            </a:r>
          </a:p>
          <a:p>
            <a:r>
              <a:t>- sources: ad.C1S2A3 / adset.C1S2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ad.C1S3A1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ad.C1S3A1.*、analysis.json の ads[C1S3A1].daily</a:t>
            </a:r>
          </a:p>
          <a:p>
            <a:r>
              <a:t>- 元データ: 01_clients/サンプル商事/ads/2026-09/広告_日別.csv 行 212-241（30行）</a:t>
            </a:r>
          </a:p>
          <a:p>
            <a:r>
              <a:t>- provenance のスコープ: ad.C1S3A1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slides["ad.C1S3A1"]</a:t>
            </a:r>
          </a:p>
          <a:p>
            <a:r>
              <a:t>- sources: ad.C1S3A1 / rankings.cpa_worst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ad.C1S3A2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ad.C1S3A2.*、analysis.json の ads[C1S3A2].daily</a:t>
            </a:r>
          </a:p>
          <a:p>
            <a:r>
              <a:t>- 元データ: 01_clients/サンプル商事/ads/2026-09/広告_日別.csv 行 182-211（30行）</a:t>
            </a:r>
          </a:p>
          <a:p>
            <a:r>
              <a:t>- provenance のスコープ: ad.C1S3A2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slides["ad.C1S3A2"]</a:t>
            </a:r>
          </a:p>
          <a:p>
            <a:r>
              <a:t>- sources: ad.C1S3A2 / ad.C1S1A2 / ad.C1S2A2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ad.C1S3A3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ad.C1S3A3.*、analysis.json の ads[C1S3A3].daily</a:t>
            </a:r>
          </a:p>
          <a:p>
            <a:r>
              <a:t>- 元データ: 01_clients/サンプル商事/ads/2026-09/広告_日別.csv 行 242-257（16行）</a:t>
            </a:r>
          </a:p>
          <a:p>
            <a:r>
              <a:t>- provenance のスコープ: ad.C1S3A3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slides["ad.C1S3A3"]</a:t>
            </a:r>
          </a:p>
          <a:p>
            <a:r>
              <a:t>- sources: ad.C1S3A3 / campaign.C1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ad.C2S1A1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ad.C2S1A1.*、analysis.json の ads[C2S1A1].daily</a:t>
            </a:r>
          </a:p>
          <a:p>
            <a:r>
              <a:t>- 元データ: 01_clients/サンプル商事/ads/2026-09/広告_日別.csv 行 348-377（30行）</a:t>
            </a:r>
          </a:p>
          <a:p>
            <a:r>
              <a:t>- provenance のスコープ: ad.C2S1A1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slides["ad.C2S1A1"]</a:t>
            </a:r>
          </a:p>
          <a:p>
            <a:r>
              <a:t>- sources: ad.C2S1A1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ad.C2S1A2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ad.C2S1A2.*、analysis.json の ads[C2S1A2].daily</a:t>
            </a:r>
          </a:p>
          <a:p>
            <a:r>
              <a:t>- 元データ: 01_clients/サンプル商事/ads/2026-09/広告_日別.csv 行 408-437（30行）</a:t>
            </a:r>
          </a:p>
          <a:p>
            <a:r>
              <a:t>- provenance のスコープ: ad.C2S1A2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slides["ad.C2S1A2"]</a:t>
            </a:r>
          </a:p>
          <a:p>
            <a:r>
              <a:t>- sources: ad.C2S1A2 / campaign.C2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ad.C2S1A3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ad.C2S1A3.*、analysis.json の ads[C2S1A3].daily</a:t>
            </a:r>
          </a:p>
          <a:p>
            <a:r>
              <a:t>- 元データ: 01_clients/サンプル商事/ads/2026-09/広告_日別.csv 行 378-407（30行）</a:t>
            </a:r>
          </a:p>
          <a:p>
            <a:r>
              <a:t>- provenance のスコープ: ad.C2S1A3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slides["ad.C2S1A3"]</a:t>
            </a:r>
          </a:p>
          <a:p>
            <a:r>
              <a:t>- sources: ad.C2S1A3 / adset.C2S1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ad.C2S2A1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ad.C2S2A1.*、analysis.json の ads[C2S2A1].daily</a:t>
            </a:r>
          </a:p>
          <a:p>
            <a:r>
              <a:t>- 元データ: 01_clients/サンプル商事/ads/2026-09/広告_日別.csv 行 258-287（30行）</a:t>
            </a:r>
          </a:p>
          <a:p>
            <a:r>
              <a:t>- provenance のスコープ: ad.C2S2A1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slides["ad.C2S2A1"]</a:t>
            </a:r>
          </a:p>
          <a:p>
            <a:r>
              <a:t>- sources: ad.C2S2A1 / rankings.cpa_best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ad.C2S2A2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ad.C2S2A2.*、analysis.json の ads[C2S2A2].daily</a:t>
            </a:r>
          </a:p>
          <a:p>
            <a:r>
              <a:t>- 元データ: 01_clients/サンプル商事/ads/2026-09/広告_日別.csv 行 318-347（30行）</a:t>
            </a:r>
          </a:p>
          <a:p>
            <a:r>
              <a:t>- provenance のスコープ: ad.C2S2A2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slides["ad.C2S2A2"]</a:t>
            </a:r>
          </a:p>
          <a:p>
            <a:r>
              <a:t>- sources: ad.C2S2A2 / adset.C2S2 / campaign.C2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ad.C2S2A3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ad.C2S2A3.*、analysis.json の ads[C2S2A3].daily</a:t>
            </a:r>
          </a:p>
          <a:p>
            <a:r>
              <a:t>- 元データ: 01_clients/サンプル商事/ads/2026-09/広告_日別.csv 行 288-317（30行）</a:t>
            </a:r>
          </a:p>
          <a:p>
            <a:r>
              <a:t>- provenance のスコープ: ad.C2S2A3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slides["ad.C2S2A3"]</a:t>
            </a:r>
          </a:p>
          <a:p>
            <a:r>
              <a:t>- sources: ad.C2S2A3 / rankings.cpa_best / rankings.roas_best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ad.C2S3A1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ad.C2S3A1.*、analysis.json の ads[C2S3A1].daily</a:t>
            </a:r>
          </a:p>
          <a:p>
            <a:r>
              <a:t>- 元データ: 01_clients/サンプル商事/ads/2026-09/広告_日別.csv 行 458-487（30行）</a:t>
            </a:r>
          </a:p>
          <a:p>
            <a:r>
              <a:t>- provenance のスコープ: ad.C2S3A1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slides["ad.C2S3A1"]</a:t>
            </a:r>
          </a:p>
          <a:p>
            <a:r>
              <a:t>- sources: ad.C2S3A1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ad.C2S3A2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ad.C2S3A2.*、analysis.json の ads[C2S3A2].daily</a:t>
            </a:r>
          </a:p>
          <a:p>
            <a:r>
              <a:t>- 元データ: 01_clients/サンプル商事/ads/2026-09/広告_日別.csv 行 488-517（30行）</a:t>
            </a:r>
          </a:p>
          <a:p>
            <a:r>
              <a:t>- provenance のスコープ: ad.C2S3A2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slides["ad.C2S3A2"]</a:t>
            </a:r>
          </a:p>
          <a:p>
            <a:r>
              <a:t>- sources: ad.C2S3A2 / adset.C2S3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ad.C2S3A3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ad.C2S3A3.*、analysis.json の ads[C2S3A3].daily</a:t>
            </a:r>
          </a:p>
          <a:p>
            <a:r>
              <a:t>- 元データ: 01_clients/サンプル商事/ads/2026-09/広告_日別.csv 行 438-457（20行）</a:t>
            </a:r>
          </a:p>
          <a:p>
            <a:r>
              <a:t>- provenance のスコープ: ad.C2S3A3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slides["ad.C2S3A3"]</a:t>
            </a:r>
          </a:p>
          <a:p>
            <a:r>
              <a:t>- sources: ad.C2S3A3 / rankings.cpa_best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ad.C3S1A1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ad.C3S1A1.*、analysis.json の ads[C3S1A1].daily</a:t>
            </a:r>
          </a:p>
          <a:p>
            <a:r>
              <a:t>- 元データ: 01_clients/サンプル商事/ads/2026-09/広告_日別.csv 行 578-607（30行）</a:t>
            </a:r>
          </a:p>
          <a:p>
            <a:r>
              <a:t>- provenance のスコープ: ad.C3S1A1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未記入（slides["ad.C3S1A1"] が空）→ スライドは「所見：要確認」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ad.C3S1A2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ad.C3S1A2.*、analysis.json の ads[C3S1A2].daily</a:t>
            </a:r>
          </a:p>
          <a:p>
            <a:r>
              <a:t>- 元データ: 01_clients/サンプル商事/ads/2026-09/広告_日別.csv 行 518-547（30行）</a:t>
            </a:r>
          </a:p>
          <a:p>
            <a:r>
              <a:t>- provenance のスコープ: ad.C3S1A2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未記入（slides["ad.C3S1A2"] が空）→ スライドは「所見：要確認」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ad.C3S1A3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ad.C3S1A3.*、analysis.json の ads[C3S1A3].daily</a:t>
            </a:r>
          </a:p>
          <a:p>
            <a:r>
              <a:t>- 元データ: 01_clients/サンプル商事/ads/2026-09/広告_日別.csv 行 548-577（30行）</a:t>
            </a:r>
          </a:p>
          <a:p>
            <a:r>
              <a:t>- provenance のスコープ: ad.C3S1A3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未記入（slides["ad.C3S1A3"] が空）→ スライドは「所見：要確認」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ad.C3S2A1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ad.C3S2A1.*、analysis.json の ads[C3S2A1].daily</a:t>
            </a:r>
          </a:p>
          <a:p>
            <a:r>
              <a:t>- 元データ: 01_clients/サンプル商事/ads/2026-09/広告_日別.csv 行 668-697（30行）</a:t>
            </a:r>
          </a:p>
          <a:p>
            <a:r>
              <a:t>- provenance のスコープ: ad.C3S2A1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未記入（slides["ad.C3S2A1"] が空）→ スライドは「所見：要確認」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ad.C3S2A2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ad.C3S2A2.*、analysis.json の ads[C3S2A2].daily</a:t>
            </a:r>
          </a:p>
          <a:p>
            <a:r>
              <a:t>- 元データ: 01_clients/サンプル商事/ads/2026-09/広告_日別.csv 行 638-667（30行）</a:t>
            </a:r>
          </a:p>
          <a:p>
            <a:r>
              <a:t>- provenance のスコープ: ad.C3S2A2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未記入（slides["ad.C3S2A2"] が空）→ スライドは「所見：要確認」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ad.C3S2A3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ad.C3S2A3.*、analysis.json の ads[C3S2A3].daily</a:t>
            </a:r>
          </a:p>
          <a:p>
            <a:r>
              <a:t>- 元データ: 01_clients/サンプル商事/ads/2026-09/広告_日別.csv 行 608-637（30行）</a:t>
            </a:r>
          </a:p>
          <a:p>
            <a:r>
              <a:t>- provenance のスコープ: ad.C3S2A3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未記入（slides["ad.C3S2A3"] が空）→ スライドは「所見：要確認」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ad.C3S3A1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ad.C3S3A1.*、analysis.json の ads[C3S3A1].daily</a:t>
            </a:r>
          </a:p>
          <a:p>
            <a:r>
              <a:t>- 元データ: 01_clients/サンプル商事/ads/2026-09/広告_日別.csv 行 728-757（30行）</a:t>
            </a:r>
          </a:p>
          <a:p>
            <a:r>
              <a:t>- provenance のスコープ: ad.C3S3A1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未記入（slides["ad.C3S3A1"] が空）→ スライドは「所見：要確認」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ad.C3S3A2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ad.C3S3A2.*、analysis.json の ads[C3S3A2].daily</a:t>
            </a:r>
          </a:p>
          <a:p>
            <a:r>
              <a:t>- 元データ: 01_clients/サンプル商事/ads/2026-09/広告_日別.csv 行 698-727（30行）</a:t>
            </a:r>
          </a:p>
          <a:p>
            <a:r>
              <a:t>- provenance のスコープ: ad.C3S3A2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未記入（slides["ad.C3S3A2"] が空）→ スライドは「所見：要確認」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ad.C3S3A3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ad.C3S3A3.*、analysis.json の ads[C3S3A3].daily</a:t>
            </a:r>
          </a:p>
          <a:p>
            <a:r>
              <a:t>- 元データ: 01_clients/サンプル商事/ads/2026-09/広告_日別.csv 行 758-787（30行）</a:t>
            </a:r>
          </a:p>
          <a:p>
            <a:r>
              <a:t>- provenance のスコープ: ad.C3S3A3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未記入（slides["ad.C3S3A3"] が空）→ スライドは「所見：要確認」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ranking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analysis.json の rankings / values の rank.&lt;種類&gt;.&lt;順位&gt;.*</a:t>
            </a:r>
          </a:p>
          <a:p>
            <a:r>
              <a:t>- 元データ: 01_clients/サンプル商事/ads/2026-09/広告_日別.csv 行 2-407,438-547,578-727,758-787（696行）</a:t>
            </a:r>
          </a:p>
          <a:p>
            <a:r>
              <a:t>- provenance のスコープ: ad.C1S1A1, ad.C1S1A2, ad.C1S1A3, ad.C1S2A1, ad.C1S2A2, ad.C1S2A3, ad.C1S3A1, ad.C1S3A2, ad.C1S3A3, ad.C2S1A1, ad.C2S1A3, ad.C2S2A1 ほか12件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slides["ranking"]</a:t>
            </a:r>
          </a:p>
          <a:p>
            <a:r>
              <a:t>- sources: rankings.cpa_best / rankings.cpa_worst / rank.cpa_best.1.cpa / rank.cpa_best.8.cpa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ranking.spend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analysis.json の rankings.spend / zero_cv</a:t>
            </a:r>
          </a:p>
          <a:p>
            <a:r>
              <a:t>- 元データ: 01_clients/サンプル商事/ads/2026-09/広告_日別.csv 行 2-407,438-547,578-727,758-787（696行）</a:t>
            </a:r>
          </a:p>
          <a:p>
            <a:r>
              <a:t>- provenance のスコープ: ad.C1S1A1, ad.C1S1A2, ad.C1S1A3, ad.C1S2A1, ad.C1S2A2, ad.C1S2A3, ad.C1S3A1, ad.C1S3A2, ad.C1S3A3, ad.C2S1A1, ad.C2S1A3, ad.C2S2A1 ほか12件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divider.audience</a:t>
            </a:r>
          </a:p>
          <a:p>
            <a:r>
              <a:t>【数字の出どころ】</a:t>
            </a:r>
          </a:p>
          <a:p>
            <a:r>
              <a:t>- このスライドに集計値はありません（表紙・目次・中扉）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age_gender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age_gender.&lt;ID&gt;.* / age.&lt;ID&gt;.* / gender.&lt;ID&gt;.*（キャンペーン合算）</a:t>
            </a:r>
          </a:p>
          <a:p>
            <a:r>
              <a:t>- 元データ: 01_clients/サンプル商事/ads/2026-09/内訳_年齢性別.csv 行 2-55（54行）</a:t>
            </a:r>
          </a:p>
          <a:p>
            <a:r>
              <a:t>- provenance のスコープ: age_gender.a18_24_female, age_gender.a18_24_male, age_gender.a18_24_unknown, age_gender.a25_34_female, age_gender.a25_34_male, age_gender.a25_34_unknown, age_gender.a35_44_female, age_gender.a35_44_male, age_gender.a35_44_unknown, age_gender.a45_54_female, age_gender.a45_54_male, age_gender.a45_54_unknown ほか6件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slides["age_gender"]</a:t>
            </a:r>
          </a:p>
          <a:p>
            <a:r>
              <a:t>- sources: age_gender.a35_44_female / age_gender.a45_54_female / gender.female / gender.male / age.a18_24 / breakdowns.age_gender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age_gender.table.p1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age_gender.&lt;ID&gt;.*</a:t>
            </a:r>
          </a:p>
          <a:p>
            <a:r>
              <a:t>- 元データ: 01_clients/サンプル商事/ads/2026-09/内訳_年齢性別.csv 行 2-55（54行）</a:t>
            </a:r>
          </a:p>
          <a:p>
            <a:r>
              <a:t>- provenance のスコープ: age_gender.a18_24_female, age_gender.a18_24_male, age_gender.a18_24_unknown, age_gender.a25_34_female, age_gender.a25_34_male, age_gender.a25_34_unknown, age_gender.a35_44_female, age_gender.a35_44_male, age_gender.a35_44_unknown, age_gender.a45_54_female, age_gender.a45_54_male, age_gender.a45_54_unknown ほか6件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age_gender.table.p2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age_gender.&lt;ID&gt;.*</a:t>
            </a:r>
          </a:p>
          <a:p>
            <a:r>
              <a:t>- 元データ: 01_clients/サンプル商事/ads/2026-09/内訳_年齢性別.csv 行 2-55（54行）</a:t>
            </a:r>
          </a:p>
          <a:p>
            <a:r>
              <a:t>- provenance のスコープ: age_gender.a18_24_female, age_gender.a18_24_male, age_gender.a18_24_unknown, age_gender.a25_34_female, age_gender.a25_34_male, age_gender.a25_34_unknown, age_gender.a35_44_female, age_gender.a35_44_male, age_gender.a35_44_unknown, age_gender.a45_54_female, age_gender.a45_54_male, age_gender.a45_54_unknown ほか6件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placement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placement.&lt;ID&gt;.*（キャンペーン合算）</a:t>
            </a:r>
          </a:p>
          <a:p>
            <a:r>
              <a:t>- 元データ: 01_clients/サンプル商事/ads/2026-09/内訳_配置.csv 行 2-31（30行）</a:t>
            </a:r>
          </a:p>
          <a:p>
            <a:r>
              <a:t>- provenance のスコープ: placement.P1, placement.P2, placement.P3, placement.P4, placement.P5, placement.P6, placement.P7, placement.P8, placement.P9, placement.P10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slides["placement"]</a:t>
            </a:r>
          </a:p>
          <a:p>
            <a:r>
              <a:t>- sources: placement.P1 / placement.P2 / placement.P5 / placement.P7 / breakdowns.placement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placement.table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placement.&lt;ID&gt;.*</a:t>
            </a:r>
          </a:p>
          <a:p>
            <a:r>
              <a:t>- 元データ: 01_clients/サンプル商事/ads/2026-09/内訳_配置.csv 行 2-31（30行）</a:t>
            </a:r>
          </a:p>
          <a:p>
            <a:r>
              <a:t>- provenance のスコープ: placement.P1, placement.P2, placement.P3, placement.P4, placement.P5, placement.P6, placement.P7, placement.P8, placement.P9, placement.P10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device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device.&lt;ID&gt;.*（キャンペーン合算）</a:t>
            </a:r>
          </a:p>
          <a:p>
            <a:r>
              <a:t>- 元データ: 01_clients/サンプル商事/ads/2026-09/内訳_デバイス.csv 行 2-16（15行）</a:t>
            </a:r>
          </a:p>
          <a:p>
            <a:r>
              <a:t>- provenance のスコープ: device.D1, device.D2, device.D3, device.D4, device.D5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slides["device"]</a:t>
            </a:r>
          </a:p>
          <a:p>
            <a:r>
              <a:t>- sources: device.D1 / device.D2 / device.D3 / breakdowns.device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region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region.&lt;ID&gt;.*（キャンペーン合算）</a:t>
            </a:r>
          </a:p>
          <a:p>
            <a:r>
              <a:t>- 元データ: 01_clients/サンプル商事/ads/2026-09/内訳_地域.csv 行 2-43（42行）</a:t>
            </a:r>
          </a:p>
          <a:p>
            <a:r>
              <a:t>- provenance のスコープ: region.R1, region.R2, region.R3, region.R4, region.R5, region.R6, region.R7, region.R8, region.R9, region.R10, region.R11, region.R12 ほか2件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slides["region"]</a:t>
            </a:r>
          </a:p>
          <a:p>
            <a:r>
              <a:t>- sources: region.R1 / region.R2 / region.R4 / region.R9 / breakdowns.region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region.table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region.&lt;ID&gt;.*</a:t>
            </a:r>
          </a:p>
          <a:p>
            <a:r>
              <a:t>- 元データ: 01_clients/サンプル商事/ads/2026-09/内訳_地域.csv 行 2-43（42行）</a:t>
            </a:r>
          </a:p>
          <a:p>
            <a:r>
              <a:t>- provenance のスコープ: region.R1, region.R2, region.R3, region.R4, region.R5, region.R6, region.R7, region.R8, region.R9, region.R10, region.R11, region.R12 ほか2件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divider.wrapup</a:t>
            </a:r>
          </a:p>
          <a:p>
            <a:r>
              <a:t>【数字の出どころ】</a:t>
            </a:r>
          </a:p>
          <a:p>
            <a:r>
              <a:t>- このスライドに集計値はありません（表紙・目次・中扉）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issues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insights.json slides.issues（数字はプレースホルダ）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provenance のスコープ: total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slides["issues"]</a:t>
            </a:r>
          </a:p>
          <a:p>
            <a:r>
              <a:t>- sources: total.cpa / total.roas / total.ctr / target.cpa.goal / target.roas.goal / target.ctr.goal / campaign.C1 / adset.C1S2 / adset.C1S3 / ad.C2S1A2 / ad.C2S2A2 / ad.C2S3A2 / placement.P5 / placement.P7 / day.2026-09-19.cv / day.2026-09-28.cpa / _profile.md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next_actions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insights.json slides.next_actions（その月の minutes / proposals を sources に持つ）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  <a:p>
            <a:r>
              <a:t>【所見の出どころ】</a:t>
            </a:r>
          </a:p>
          <a:p>
            <a:r>
              <a:t>- insights.json 未記入（slides["next_actions"] が空）→ スライドは「所見：要確認」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divider.appendix</a:t>
            </a:r>
          </a:p>
          <a:p>
            <a:r>
              <a:t>【数字の出どころ】</a:t>
            </a:r>
          </a:p>
          <a:p>
            <a:r>
              <a:t>- このスライドに集計値はありません（表紙・目次・中扉）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appendix.campaigns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campaign.&lt;ID&gt;.* / adset.&lt;ID&gt;.*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元データ: 01_clients/サンプル商事/ads/2026-09/期間合計_キャンペーン.csv 行 2-4（3行）</a:t>
            </a:r>
          </a:p>
          <a:p>
            <a:r>
              <a:t>- provenance のスコープ: campaign.C1, campaign.C2, campaign.C3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appendix.ads.p1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ad.&lt;ID&gt;.*（各広告の出どころは広告スライドのノート）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provenance のスコープ: total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appendix.ads.p2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values の ad.&lt;ID&gt;.*（各広告の出どころは広告スライドのノート）</a:t>
            </a:r>
          </a:p>
          <a:p>
            <a:r>
              <a:t>- 元データ: 01_clients/サンプル商事/ads/2026-09/広告_日別.csv 行 2-787（786行）</a:t>
            </a:r>
          </a:p>
          <a:p>
            <a:r>
              <a:t>- provenance のスコープ: total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glossary.p1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analysis.json の definitions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slide_id: glossary.p2</a:t>
            </a:r>
          </a:p>
          <a:p>
            <a:r>
              <a:t>【数字の出どころ】</a:t>
            </a:r>
          </a:p>
          <a:p>
            <a:r>
              <a:t>- 集計ファイル: サンプル商事/2026-09/ads/analysis.json（ad_analyze.py 2026-09-14T11:50:40 作成）</a:t>
            </a:r>
          </a:p>
          <a:p>
            <a:r>
              <a:t>- 参照: analysis.json の definitions</a:t>
            </a:r>
          </a:p>
          <a:p>
            <a:r>
              <a:t>- 比率（CTR・CPC・CPM・CVR・CPA・ROAS）は元の数値から再計算。CVR の分母はリンククリック。CTR はリンクCTR（CTR（すべて）とは別）。定義は Appendix「用語定義」。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Relationship Id="rId4" Type="http://schemas.openxmlformats.org/officeDocument/2006/relationships/chart" Target="../charts/chart17.xml"/><Relationship Id="rId5" Type="http://schemas.openxmlformats.org/officeDocument/2006/relationships/chart" Target="../charts/chart18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Relationship Id="rId3" Type="http://schemas.openxmlformats.org/officeDocument/2006/relationships/chart" Target="../charts/chart20.xml"/><Relationship Id="rId4" Type="http://schemas.openxmlformats.org/officeDocument/2006/relationships/chart" Target="../charts/chart21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Relationship Id="rId4" Type="http://schemas.openxmlformats.org/officeDocument/2006/relationships/chart" Target="../charts/chart27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Relationship Id="rId3" Type="http://schemas.openxmlformats.org/officeDocument/2006/relationships/chart" Target="../charts/chart29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Relationship Id="rId3" Type="http://schemas.openxmlformats.org/officeDocument/2006/relationships/chart" Target="../charts/chart31.xml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Relationship Id="rId3" Type="http://schemas.openxmlformats.org/officeDocument/2006/relationships/chart" Target="../charts/chart33.xml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Relationship Id="rId3" Type="http://schemas.openxmlformats.org/officeDocument/2006/relationships/chart" Target="../charts/chart35.xml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Relationship Id="rId3" Type="http://schemas.openxmlformats.org/officeDocument/2006/relationships/chart" Target="../charts/chart37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Relationship Id="rId3" Type="http://schemas.openxmlformats.org/officeDocument/2006/relationships/chart" Target="../charts/chart39.xml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Relationship Id="rId3" Type="http://schemas.openxmlformats.org/officeDocument/2006/relationships/chart" Target="../charts/chart41.xml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2.xml"/><Relationship Id="rId3" Type="http://schemas.openxmlformats.org/officeDocument/2006/relationships/chart" Target="../charts/chart43.xml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4.xml"/><Relationship Id="rId3" Type="http://schemas.openxmlformats.org/officeDocument/2006/relationships/chart" Target="../charts/chart45.xml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6.xml"/><Relationship Id="rId3" Type="http://schemas.openxmlformats.org/officeDocument/2006/relationships/chart" Target="../charts/chart47.xml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8.xml"/><Relationship Id="rId3" Type="http://schemas.openxmlformats.org/officeDocument/2006/relationships/chart" Target="../charts/chart49.xml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0.xml"/><Relationship Id="rId3" Type="http://schemas.openxmlformats.org/officeDocument/2006/relationships/chart" Target="../charts/chart51.xml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2.xml"/><Relationship Id="rId3" Type="http://schemas.openxmlformats.org/officeDocument/2006/relationships/chart" Target="../charts/chart53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4.xml"/><Relationship Id="rId3" Type="http://schemas.openxmlformats.org/officeDocument/2006/relationships/chart" Target="../charts/chart55.xml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6.xml"/><Relationship Id="rId3" Type="http://schemas.openxmlformats.org/officeDocument/2006/relationships/chart" Target="../charts/chart57.xml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8.xml"/><Relationship Id="rId3" Type="http://schemas.openxmlformats.org/officeDocument/2006/relationships/chart" Target="../charts/chart59.xml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0.xml"/><Relationship Id="rId3" Type="http://schemas.openxmlformats.org/officeDocument/2006/relationships/chart" Target="../charts/chart61.xml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2.xml"/><Relationship Id="rId3" Type="http://schemas.openxmlformats.org/officeDocument/2006/relationships/chart" Target="../charts/chart63.xml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4.xml"/><Relationship Id="rId3" Type="http://schemas.openxmlformats.org/officeDocument/2006/relationships/chart" Target="../charts/chart65.xml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6.xml"/><Relationship Id="rId3" Type="http://schemas.openxmlformats.org/officeDocument/2006/relationships/chart" Target="../charts/chart67.xml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8.xml"/><Relationship Id="rId3" Type="http://schemas.openxmlformats.org/officeDocument/2006/relationships/chart" Target="../charts/chart69.xml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0.xml"/><Relationship Id="rId3" Type="http://schemas.openxmlformats.org/officeDocument/2006/relationships/chart" Target="../charts/chart71.xml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2.xml"/><Relationship Id="rId3" Type="http://schemas.openxmlformats.org/officeDocument/2006/relationships/chart" Target="../charts/chart73.xml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4.xml"/><Relationship Id="rId3" Type="http://schemas.openxmlformats.org/officeDocument/2006/relationships/chart" Target="../charts/chart75.xml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6.xml"/><Relationship Id="rId3" Type="http://schemas.openxmlformats.org/officeDocument/2006/relationships/chart" Target="../charts/chart77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8.xml"/><Relationship Id="rId3" Type="http://schemas.openxmlformats.org/officeDocument/2006/relationships/chart" Target="../charts/chart79.xml"/><Relationship Id="rId4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0.xml"/><Relationship Id="rId3" Type="http://schemas.openxmlformats.org/officeDocument/2006/relationships/chart" Target="../charts/chart81.xml"/><Relationship Id="rId4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2.xml"/><Relationship Id="rId3" Type="http://schemas.openxmlformats.org/officeDocument/2006/relationships/chart" Target="../charts/chart83.xml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4.xml"/><Relationship Id="rId3" Type="http://schemas.openxmlformats.org/officeDocument/2006/relationships/chart" Target="../charts/chart85.xml"/><Relationship Id="rId4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6.xml"/><Relationship Id="rId3" Type="http://schemas.openxmlformats.org/officeDocument/2006/relationships/chart" Target="../charts/chart87.xml"/><Relationship Id="rId4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8.xml"/><Relationship Id="rId3" Type="http://schemas.openxmlformats.org/officeDocument/2006/relationships/chart" Target="../charts/chart89.xml"/><Relationship Id="rId4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0.xml"/><Relationship Id="rId3" Type="http://schemas.openxmlformats.org/officeDocument/2006/relationships/chart" Target="../charts/chart91.xml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2.xml"/><Relationship Id="rId3" Type="http://schemas.openxmlformats.org/officeDocument/2006/relationships/chart" Target="../charts/chart93.xml"/><Relationship Id="rId4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4.xml"/><Relationship Id="rId3" Type="http://schemas.openxmlformats.org/officeDocument/2006/relationships/chart" Target="../charts/chart95.xml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6.xml"/><Relationship Id="rId3" Type="http://schemas.openxmlformats.org/officeDocument/2006/relationships/chart" Target="../charts/chart97.xml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8.xml"/><Relationship Id="rId3" Type="http://schemas.openxmlformats.org/officeDocument/2006/relationships/chart" Target="../charts/chart99.xml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0.xml"/><Relationship Id="rId3" Type="http://schemas.openxmlformats.org/officeDocument/2006/relationships/chart" Target="../charts/chart101.xml"/><Relationship Id="rId4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2.xml"/><Relationship Id="rId3" Type="http://schemas.openxmlformats.org/officeDocument/2006/relationships/chart" Target="../charts/chart103.xml"/><Relationship Id="rId4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4.xml"/><Relationship Id="rId3" Type="http://schemas.openxmlformats.org/officeDocument/2006/relationships/chart" Target="../charts/chart105.xml"/><Relationship Id="rId4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6.xml"/><Relationship Id="rId3" Type="http://schemas.openxmlformats.org/officeDocument/2006/relationships/chart" Target="../charts/chart107.xml"/><Relationship Id="rId4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20"/>
            <a:ext cx="109728" cy="2103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37360"/>
            <a:ext cx="100584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Meta広告 運用レポート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603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Facebook / Instagram 広告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2461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対象期間：2026年9月1日〜9月30日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5720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作成日：2026年9月14日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98932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本資料の数値は広告マネージャのエクスポートから自動集計しています（各ページのノートに出どころを記載）。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目次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8404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84048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16736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全体サマリー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27632"/>
            <a:ext cx="9692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エグゼクティブサマリー（p.4）　/　目標対比（p.5）　/　前月比較（p.6）　/　計測上の注意（p.8）　/　日別推移（p.9）　/　週別・曜日別（p.14）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1344168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3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p.3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38404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384048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956816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67712"/>
            <a:ext cx="9692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キャンペーン比較（p.17）　/　キャンペーン別（p.19）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1984248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3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p.16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51760"/>
            <a:ext cx="38404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384048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596896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907792"/>
            <a:ext cx="9692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広告セット別（p.26）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2624328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3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p.25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91840"/>
            <a:ext cx="38404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91840"/>
            <a:ext cx="384048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236976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547872"/>
            <a:ext cx="9692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広告別（p.36）　/　上位・下位（p.63）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3264408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3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p.35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31920"/>
            <a:ext cx="38404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931920"/>
            <a:ext cx="384048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877056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オーディエンス・配信面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87952"/>
            <a:ext cx="9692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年齢×性別（p.66）　/　配置（p.69）　/　デバイス（p.71）　/　地域（p.72）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7215" y="3904488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3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p.65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572000"/>
            <a:ext cx="38404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72000"/>
            <a:ext cx="384048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517136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所見と次月施策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828032"/>
            <a:ext cx="9692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所見・課題（p.75）　/　次月施策（p.76）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37215" y="4544568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3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p.74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212080"/>
            <a:ext cx="38404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212080"/>
            <a:ext cx="384048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157216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Appendix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468112"/>
            <a:ext cx="9692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明細（p.78）　/　用語定義（p.81）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37215" y="5184648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3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p.77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0972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945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0604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全体サマリー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118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エグゼクティブサマリー　/　目標対比　/　前月比較　/　計測上の注意　/　日別推移　/　週別・曜日別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全体サマリー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エグゼクティブサマリー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787652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9844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536192"/>
            <a:ext cx="1641348" cy="56455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¥2,540,411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27685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+9.8%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1156" y="1207008"/>
            <a:ext cx="1787652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91156" y="120700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4308" y="129844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4308" y="1536192"/>
            <a:ext cx="1641348" cy="56455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227685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+30.0%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2" y="1207008"/>
            <a:ext cx="1787652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5112" y="120700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8264" y="129844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1536192"/>
            <a:ext cx="1641348" cy="56455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¥4,885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2093976"/>
            <a:ext cx="1641348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−15.6%</a:t>
            </a:r>
          </a:p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目標 ¥4,500・未達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9068" y="1207008"/>
            <a:ext cx="1787652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9068" y="120700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2220" y="129844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1536192"/>
            <a:ext cx="1641348" cy="56455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1.47倍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2093976"/>
            <a:ext cx="1641348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+18.0%</a:t>
            </a:r>
          </a:p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目標 1.50倍・未達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697480"/>
            <a:ext cx="1787652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269748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278892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3026664"/>
            <a:ext cx="1641348" cy="56455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2,105,466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7673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+9.5%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91156" y="2697480"/>
            <a:ext cx="1787652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91156" y="269748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4308" y="278892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4308" y="3026664"/>
            <a:ext cx="1641348" cy="56455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0.93%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584448"/>
            <a:ext cx="1641348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+1.5%</a:t>
            </a:r>
          </a:p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目標 1.00%・未達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5112" y="2697480"/>
            <a:ext cx="1787652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25112" y="269748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8264" y="278892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98264" y="3026664"/>
            <a:ext cx="1641348" cy="56455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7673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−1.2%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59068" y="2697480"/>
            <a:ext cx="1787652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59068" y="269748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2220" y="278892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2220" y="3026664"/>
            <a:ext cx="1641348" cy="56455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¥1,207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7673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22452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キャンペーン別の概況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57200" y="4517136"/>
          <a:ext cx="7589521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3763"/>
                <a:gridCol w="1632155"/>
                <a:gridCol w="1060901"/>
                <a:gridCol w="571254"/>
                <a:gridCol w="816077"/>
                <a:gridCol w="734470"/>
                <a:gridCol w="1060901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キャンペーン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結果の種類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結果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新規獲得_コンバージョン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購入（ウェブサイト）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¥1,495,232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¥5,517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リターゲティング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購入（ウェブサイト）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¥526,200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¥2,447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3.09倍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リーチ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¥518,979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¥15,264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361,893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CPAは¥4,885（前月比−15.6%）、ROASは1.47倍（同+18.0%）で、前月から改善しました。CVは520件（同+30.0%）です。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ただし目標対比ではCPAが未達（目標¥4,500）、ROASも未達（目標1.50倍）です。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成果の中心はリターゲティング（CPA¥2,447）で、消化金額が最も多い新規獲得のCPA¥5,517が課題です。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全体サマリー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目標対比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07008"/>
          <a:ext cx="7589520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6966"/>
                <a:gridCol w="1497932"/>
                <a:gridCol w="1497932"/>
                <a:gridCol w="1298207"/>
                <a:gridCol w="1098483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指標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目標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実績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達成率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判定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¥4,500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¥4,885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92.1%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ja-JP">
                          <a:solidFill>
                            <a:srgbClr val="C62828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未達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97.9%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ja-JP">
                          <a:solidFill>
                            <a:srgbClr val="C62828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未達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CTR（リンク）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1.00%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92.6%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ja-JP">
                          <a:solidFill>
                            <a:srgbClr val="C62828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未達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294436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達成率（100%＝目標どおり。CPA等は低いほど達成率が高い）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3218688"/>
          <a:ext cx="7589520" cy="30723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CPAは¥4,885（目標¥4,500・達成率92.1%）、ROASは1.47倍（目標1.50倍・97.9%）、CTRは0.93%（目標1.00%・92.6%）です。判定はCPA未達・ROAS未達・CTR未達です。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前月比ではCPA改善・ROAS改善・CTR改善です。CTRは認知目的のキャンペーン（0.43%）を含む全体の値です。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全体サマリー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前月比較（全体）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07008"/>
          <a:ext cx="7589521" cy="46085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3956"/>
                <a:gridCol w="1405467"/>
                <a:gridCol w="1405467"/>
                <a:gridCol w="1218071"/>
                <a:gridCol w="936978"/>
                <a:gridCol w="749582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指標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2026年9月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2026年8月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差分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増減率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評価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¥2,540,411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¥2,314,486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+¥225,925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6B6B6B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+9.8%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6B6B6B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増加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インプレッション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2,105,466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1,923,450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+182,016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6B6B6B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+9.5%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6B6B6B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増加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リーチ※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1,843,737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1,678,792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+164,945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6B6B6B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+9.8%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6B6B6B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増加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フリークエンシー※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1.14回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1.15回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−0.00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6B6B6B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−0.3%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6B6B6B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横ばい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リンククリック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19,494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17,553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+1,941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6B6B6B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+11.1%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6B6B6B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増加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CTR（リンク）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+0.01pt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+1.5%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改善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CPC（リンク）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−¥2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−1.2%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改善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CPM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¥1,207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¥1,203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+¥3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6B6B6B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+0.3%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6B6B6B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横ばい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CV（購入）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400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+120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+30.0%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改善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2.67%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2.28%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+0.39pt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+17.1%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改善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¥4,885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¥5,786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−¥901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−15.6%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改善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購入金額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¥3,730,862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¥2,880,814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+¥850,048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+29.5%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改善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+0.22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+18.0%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改善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035040"/>
            <a:ext cx="75895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※ リーチ・フリークエンシーは日別合算の参考値（重複を含む）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消化金額+9.8%に対してCVは+30.0%と伸び、CPAは¥5,786から¥4,885に改善しました。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CPC（−1.2%）・CPM（+0.3%）の変化は小さく、CVRが2.28%から2.67%に改善したことが主な要因です。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購入目的の新規獲得（−12.0%）・リターゲティング（−18.1%）のCPAは、それぞれ改善・改善です。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全体サマリー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前月比較（キャンペーン別）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消化金額（前月・今月）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81328"/>
          <a:ext cx="5501488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33007" y="120700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CPA（前月・今月）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233007" y="1481328"/>
          <a:ext cx="5501488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178808"/>
          <a:ext cx="11277295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91687"/>
                <a:gridCol w="1595844"/>
                <a:gridCol w="1489454"/>
                <a:gridCol w="1063896"/>
                <a:gridCol w="1489454"/>
                <a:gridCol w="1383064"/>
                <a:gridCol w="1063896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キャンペーン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消化金額（今月）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（前月）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増減率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CPA（今月）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（前月）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増減率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新規獲得_コンバージョン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¥1,495,232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¥1,323,152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+13.0%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¥5,517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¥6,271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−12.0%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リターゲティング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¥526,200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¥507,967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+3.6%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¥2,447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¥2,988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−18.1%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¥518,979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¥483,367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+7.4%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¥15,264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¥25,440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−40.0%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全体サマリー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計測上の注意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アトリビューション設定（エクスポートの値）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99616"/>
          <a:ext cx="6991923" cy="10376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96538"/>
                <a:gridCol w="3995385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キャンペーン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アトリビューション設定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新規獲得_コンバージョン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7日間のクリックまたは1日間のビュー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リターゲティング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7日間のクリックまたは1日間のビュー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（値なし）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2720150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Meta の計測仕様の変更（前月比に段差が出うるもの）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31046"/>
            <a:ext cx="45720" cy="7645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031046"/>
            <a:ext cx="11167567" cy="7645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5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2026年1月12日から、Meta の広告データ（Ads Insights API）でビュースルー（広告の表示後）7日間・28日間のアトリビューションウィンドウの値が提供されなくなりました（1日間のビュー、1日・7日・28日間のクリック等は継続）。変更日をまたいで比べると、コンバージョン数に段差が出ることがあります。</a:t>
            </a:r>
          </a:p>
          <a:p>
            <a:pPr algn="l">
              <a:lnSpc>
                <a:spcPct val="120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出典：Meta for Developers「Ads Insights API Metric Availability Updates」　https://developers.facebook.com/blog/post/2025/10/16/ads-insights-api-metric-availability-updates/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05314"/>
            <a:ext cx="45720" cy="7645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905314"/>
            <a:ext cx="11167567" cy="7645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5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2026年3月（3月3日告知・同月後半から順次）以降、ウェブサイト・店舗のコンバージョンに最適化したキャンペーンでは、クリックスルーのアトリビューションが「リンクのクリック」後のコンバージョンだけになりました（いいね・シェア等のクリック後の分は別区分に移動）。変更日をまたぐ前月比では、クリック経由のコンバージョン数に段差が出ることがあります。</a:t>
            </a:r>
          </a:p>
          <a:p>
            <a:pPr algn="l">
              <a:lnSpc>
                <a:spcPct val="120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出典：Meta for Business「Simplifying Ad Measurement for a Social-First World」　https://www.facebook.com/business/news/click-attribution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79582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本レポートの集計ルール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53902"/>
            <a:ext cx="11277295" cy="123717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5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・CV = 「購入」列の合計。CPA = 消化金額 ÷ CV、CVR = CV ÷ リンククリック（分母はリンククリック）。</a:t>
            </a:r>
          </a:p>
          <a:p>
            <a:pPr algn="l">
              <a:lnSpc>
                <a:spcPct val="120000"/>
              </a:lnSpc>
            </a:pPr>
            <a:r>
              <a:rPr sz="95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・CTR・CPC・CPM・CPA・ROAS・CVR は、エクスポートの比率の列を使わず、元の数値（消化金額・表示回数・クリック・CV）から計算し直しています。</a:t>
            </a:r>
          </a:p>
          <a:p>
            <a:pPr algn="l">
              <a:lnSpc>
                <a:spcPct val="120000"/>
              </a:lnSpc>
            </a:pPr>
            <a:r>
              <a:rPr sz="95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・「結果」はキャンペーンの目的ごとに意味が違う（結果インジケーター）ため、目的の違うキャンペーンの結果は合算していません。</a:t>
            </a:r>
          </a:p>
          <a:p>
            <a:pPr algn="l">
              <a:lnSpc>
                <a:spcPct val="120000"/>
              </a:lnSpc>
            </a:pPr>
            <a:r>
              <a:rPr sz="95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・リーチは足し算できないため、期間合計のエクスポートがある範囲だけ実数、それ以外は日別合算の参考値（重複を含む）です（表の※）。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全体サマリー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日別推移（消化金額・CV）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81328"/>
          <a:ext cx="758952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9044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4178808"/>
          <a:ext cx="758952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9/19(土)（CV33件・CPA¥3,373）と9/20(日)（CV32件・CPA¥3,460）が月内で最もCVが多くCPAが低い日で、消化金額も最も多い2日でした。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CPAが最も高かったのは9/28(月)（CV10件・CPA¥7,983）です。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山と谷の要因は記録がなく要確認です。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全体サマリー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日別推移（CPA・ROAS）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CPA（CVが0件の日は空白）（9月）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81328"/>
          <a:ext cx="11277295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813048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ROAS（9月）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4087368"/>
          <a:ext cx="11277295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全体サマリー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日別推移（CTR・CVR・CPC・CPM）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CTR（リンク）と CVR（9月）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81328"/>
          <a:ext cx="11277295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81304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CPC（リンク）（9月）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4087368"/>
          <a:ext cx="5501488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33007" y="381304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CPM（9月）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233007" y="4087368"/>
          <a:ext cx="5501488" cy="2194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全体サマリー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日別明細（1/2）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07008"/>
          <a:ext cx="11277297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27730"/>
                <a:gridCol w="1332771"/>
                <a:gridCol w="1230250"/>
                <a:gridCol w="1127730"/>
                <a:gridCol w="922688"/>
                <a:gridCol w="922688"/>
                <a:gridCol w="922688"/>
                <a:gridCol w="820167"/>
                <a:gridCol w="922688"/>
                <a:gridCol w="1025209"/>
                <a:gridCol w="922688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日付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IMP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リンククリック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CPC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CPM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9/1(火)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¥76,378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63,566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585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¥1,202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2.22%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¥5,875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1.18倍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9/2(水)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¥80,764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67,429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619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¥1,198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2.58%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¥5,048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1.45倍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9/3(木)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¥82,039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64,555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2.71%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¥5,127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9/4(金)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¥79,563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65,844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596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¥1,208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2.68%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¥4,973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9/5(土)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¥85,825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72,083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627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¥1,191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3.19%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¥4,291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1.70倍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9/6(日)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¥85,136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71,441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¥1,192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2.68%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¥5,008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9/7(月)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¥71,239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59,207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538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¥1,203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2.04%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¥6,476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9/8(火)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¥76,068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63,286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565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¥1,202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2.30%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¥5,851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9/9(水)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¥79,085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63,256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604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2.81%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¥4,652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9/10(木)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¥79,462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65,913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595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¥1,206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2.52%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¥5,297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1.38倍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9/11(金)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¥78,753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64,335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599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¥1,224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2.84%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¥4,633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1.55倍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9/12(土)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¥86,829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71,793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666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¥1,209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2.70%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¥4,824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9/13(日)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¥82,735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68,670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641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¥1,205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2.50%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¥5,171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9/14(月)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¥73,312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60,792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570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¥1,206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2.46%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¥5,237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1.43倍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9/15(火)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¥80,764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67,701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647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¥1,193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2.32%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¥5,384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全体サマリー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日別明細（2/2）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07008"/>
          <a:ext cx="11277297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27730"/>
                <a:gridCol w="1332771"/>
                <a:gridCol w="1230250"/>
                <a:gridCol w="1127730"/>
                <a:gridCol w="922688"/>
                <a:gridCol w="922688"/>
                <a:gridCol w="922688"/>
                <a:gridCol w="820167"/>
                <a:gridCol w="922688"/>
                <a:gridCol w="1025209"/>
                <a:gridCol w="922688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日付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IMP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リンククリック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CPC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CPM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9/16(水)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¥80,993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67,246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636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¥1,204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2.52%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¥5,062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9/17(木)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¥81,949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67,255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¥1,218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2.80%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¥4,553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1.58倍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9/18(金)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¥86,167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70,273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675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2.96%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¥4,308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9/19(土)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¥111,312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89,899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861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¥1,238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3.83%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¥3,373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2.21倍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9/20(日)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¥110,729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92,489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851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¥1,197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3.76%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¥3,460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2.11倍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9/21(月)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¥95,779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80,074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761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¥1,196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2.89%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¥4,354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9/22(火)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¥93,085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78,928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¥1,179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2.19%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¥5,818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9/23(水)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¥95,093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79,799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773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¥1,192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3.23%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¥3,804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1.82倍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9/24(木)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¥80,456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68,475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¥1,175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2.20%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¥5,747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1.23倍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9/25(金)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¥87,610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71,486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648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2.31%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¥5,841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9/26(土)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¥90,893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76,077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704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¥1,195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2.13%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¥6,060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1.16倍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9/27(日)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¥86,180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72,701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636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¥1,185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2.99%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¥4,536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1.53倍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9/28(月)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¥79,829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66,244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611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¥1,205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¥7,983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9/29(火)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¥80,893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66,747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¥1,212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2.51%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¥5,056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1.39倍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9/30(水)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¥81,491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67,902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¥1,200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2.44%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¥5,433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1.33倍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全体サマリー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週別推移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週別 消化金額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81328"/>
          <a:ext cx="365760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9120" y="12070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週別 CPA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389120" y="1481328"/>
          <a:ext cx="365760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904488"/>
          <a:ext cx="7589520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76419"/>
                <a:gridCol w="1441048"/>
                <a:gridCol w="672489"/>
                <a:gridCol w="1344978"/>
                <a:gridCol w="768559"/>
                <a:gridCol w="1056769"/>
                <a:gridCol w="864629"/>
                <a:gridCol w="864629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週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期間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日数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W1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9/1〜9/6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¥489,705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¥4,997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W2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9/7〜9/13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¥554,171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107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¥5,179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W3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9/14〜9/20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¥625,226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¥4,224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1.71倍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W4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9/21〜9/27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¥629,096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¥4,993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W5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9/28〜9/30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¥242,213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¥5,908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053328"/>
            <a:ext cx="7589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※ 週は月曜始まり。月初・月末の週は日数が少ない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CPAが最も低かったのはW3 9/14〜9/20（¥4,224・ROAS1.71倍）です。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W4 9/21〜9/27は¥4,993に戻り、W5 9/28〜9/30（3日間）は¥5,908と最も高い週でした。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全体サマリー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曜日別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曜日別 1日あたり消化金額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81328"/>
          <a:ext cx="365760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9120" y="12070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曜日別 CPA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389120" y="1481328"/>
          <a:ext cx="365760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904488"/>
          <a:ext cx="7589518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7762"/>
                <a:gridCol w="727762"/>
                <a:gridCol w="1767422"/>
                <a:gridCol w="1351558"/>
                <a:gridCol w="1143626"/>
                <a:gridCol w="935694"/>
                <a:gridCol w="935694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曜日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日数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1日あたり消化金額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1日あたりCV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¥80,040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14.2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¥5,617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2.30%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火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¥81,438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14.6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¥5,578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2.31%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水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¥83,485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17.8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¥4,690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2.74%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1.53倍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木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¥80,976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15.8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¥5,141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2.56%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金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¥83,023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17.0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¥4,884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2.70%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土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¥93,715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21.5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¥4,359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3.01%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¥91,195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21.0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¥4,343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3.04%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1.66倍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1日あたりのCVは土曜21.5件・日曜21.0件と週末が多く、CPAも¥4,359・¥4,343と低めです（9/19(土)・9/20(日)を含む）。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月曜・火曜はCPA¥5,617・¥5,578と高めでした。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0972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945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0604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118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キャンペーン比較　/　キャンペーン別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07008"/>
          <a:ext cx="11277296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93897"/>
                <a:gridCol w="1549552"/>
                <a:gridCol w="1033035"/>
                <a:gridCol w="688690"/>
                <a:gridCol w="946948"/>
                <a:gridCol w="688690"/>
                <a:gridCol w="688690"/>
                <a:gridCol w="602604"/>
                <a:gridCol w="774776"/>
                <a:gridCol w="688690"/>
                <a:gridCol w="860862"/>
                <a:gridCol w="86086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キャンペーン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結果の種類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構成比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IMP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CPC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結果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結果の単価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新規獲得_コンバージョン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購入（ウェブサイト）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¥1,495,232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58.9%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1,036,498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¥5,517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¥5,517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リターゲティング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購入（ウェブサイト）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¥526,200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20.7%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234,734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¥2,447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3.09倍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¥2,447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リーチ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¥518,979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20.4%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834,234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¥15,264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361,893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¥1.43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合計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¥2,540,411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100.0%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2,105,466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¥4,885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2807208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※ 構成比は消化金額の構成比。「結果」は目的ごとに意味が違うため合計しない（CV は全キャンペーン共通で「購入」）。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27248"/>
            <a:ext cx="11277295" cy="316382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27248"/>
            <a:ext cx="54864" cy="316382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11048695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38728"/>
            <a:ext cx="11002975" cy="26609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新規獲得・リターゲティングは購入（ウェブサイト）、認知_動画はリーチが目的で、役割が異なります。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購入目的の2つでは、リターゲティング（CPA¥2,447・ROAS3.09倍）が新規獲得（CPA¥5,517・ROAS1.27倍）より効率が良い状態です。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認知_動画はリーチ361,893・リーチ単価¥1.43で、CPAでは評価しません。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キャンペーン比較（グラフ）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81328"/>
          <a:ext cx="5501488" cy="20665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33007" y="120700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CPA（消化金額 ÷ 購入）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233007" y="1481328"/>
          <a:ext cx="5501488" cy="20665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3931920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57200" y="4206240"/>
          <a:ext cx="5501488" cy="206654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33007" y="3931920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CTR（リンク）%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33007" y="4206240"/>
          <a:ext cx="5501488" cy="206654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キャンペーン：新規獲得_コンバージョン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結果の種類：購入（ウェブサイト）｜リーチ：期間合計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¥1,495,232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4140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+13.0%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4140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+28.4%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¥5,517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4140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−12.0%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1.27倍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4140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+14.1%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34640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8346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9260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163824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1.19%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7673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+1.6%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834640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8346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9260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163824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¥1,443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7673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−0.5%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834640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8346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9260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リーチ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163824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430,889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59068" y="2834640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59068" y="28346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2220" y="29260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フリークエンシー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2220" y="3163824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2.41回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22452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広告セット別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457200" y="4517136"/>
          <a:ext cx="7589522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7714"/>
                <a:gridCol w="1108582"/>
                <a:gridCol w="682204"/>
                <a:gridCol w="938031"/>
                <a:gridCol w="767480"/>
                <a:gridCol w="767480"/>
                <a:gridCol w="938031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広告セット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CPA前月比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類似オーディエンス_購入者1%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¥640,759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¥4,746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1.48倍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−6.2%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興味関心_キッチン雑貨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¥499,990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¥6,329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−22.0%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ブロード_女性25-54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¥354,483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¥6,219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−15.1%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CPA¥5,517（前月比−12.0%）・ROAS1.27倍で、前月から改善したものの目標CPA¥4,500より高い水準です。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広告セットでは類似オーディエンス_購入者1%がCPA¥4,746と最も良く、興味関心_キッチン雑貨（¥6,329）とブロード_女性25-54（¥6,219）は高めです。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キャンペーン：新規獲得_コンバージョン（日別推移）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81328"/>
          <a:ext cx="11277295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76732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4041648"/>
          <a:ext cx="5501488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33007" y="376732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CPA（CV 0件の日は空白）（9月）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233007" y="4041648"/>
          <a:ext cx="5501488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キャンペーン：リターゲティング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結果の種類：購入（ウェブサイト）｜リーチ：期間合計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¥526,200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4140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4140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+26.5%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¥2,447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4140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−18.1%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3.09倍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4140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+21.2%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34640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8346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9260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163824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1.53%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7673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−1.1%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834640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8346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9260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163824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¥2,242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7673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834640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8346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9260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リーチ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163824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83,656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59068" y="2834640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59068" y="28346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2220" y="29260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フリークエンシー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2220" y="3163824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2.81回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22452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広告セット別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457200" y="4517136"/>
          <a:ext cx="7589522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7714"/>
                <a:gridCol w="1108582"/>
                <a:gridCol w="682204"/>
                <a:gridCol w="938031"/>
                <a:gridCol w="767480"/>
                <a:gridCol w="767480"/>
                <a:gridCol w="938031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広告セット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CPA前月比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サイト訪問_30日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¥204,603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¥3,197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2.34倍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−24.1%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カート放棄_7日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¥164,158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¥1,978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3.84倍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−16.3%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既存顧客_リピート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¥157,439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¥2,315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3.28倍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−15.3%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CPA¥2,447（前月比−18.1%）・ROAS3.09倍で、CPA・ROASとも目標（¥4,500・1.50倍）を達成する水準です。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CTRは悪化（−1.1%）した一方、CVRが+23.8%と改善しました。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広告セットではカート放棄_7日（¥1,978）が最も良く、サイト訪問_30日（¥3,197）が最も高めです。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キャンペーン：リターゲティング（日別推移）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81328"/>
          <a:ext cx="11277295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76732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4041648"/>
          <a:ext cx="5501488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33007" y="376732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CPA（CV 0件の日は空白）（9月）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233007" y="4041648"/>
          <a:ext cx="5501488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キャンペーン：認知_動画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結果の種類：リーチ｜リーチ：期間合計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¥518,979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4140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+7.4%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4140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+78.9%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¥15,264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4140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−40.0%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0.41倍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4140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+68.5%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34640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8346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9260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163824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0.43%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7673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834640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8346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9260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163824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¥622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7673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834640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8346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9260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リーチ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163824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361,893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59068" y="2834640"/>
            <a:ext cx="178765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59068" y="28346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2220" y="29260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フリークエンシー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2220" y="3163824"/>
            <a:ext cx="1641348" cy="50694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2.31回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22452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広告セット別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457200" y="4517136"/>
          <a:ext cx="7589522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7714"/>
                <a:gridCol w="1108582"/>
                <a:gridCol w="682204"/>
                <a:gridCol w="938031"/>
                <a:gridCol w="767480"/>
                <a:gridCol w="767480"/>
                <a:gridCol w="938031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広告セット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CPA前月比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ブロード_全国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¥201,348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¥13,423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0.45倍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−35.2%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興味関心_料理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¥166,551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¥23,793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0.26倍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−39.0%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類似_サイト訪問者3%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¥151,080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¥12,590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0.51倍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E7D32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−46.4%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リーチ目的のキャンペーンで、リーチ361,893・フリークエンシー2.31回・CPM¥622です。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購入（CV34件）は目的外の成果のため、CPAでは評価しません。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認知目的の目標指標は設定がなく、評価基準は要確認です。広告セット別のリーチは日別合算の参考値のため比較していません。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キャンペーン：認知_動画（日別推移）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81328"/>
          <a:ext cx="11277295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76732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4041648"/>
          <a:ext cx="5501488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33007" y="376732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CPA（CV 0件の日は空白）（9月）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233007" y="4041648"/>
          <a:ext cx="5501488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0972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945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0604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118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広告セット：類似オーディエンス_購入者1%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キャンペーン：新規獲得_コンバージョン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¥640,759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+7.3%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40408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40408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3560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3560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560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+14.4%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23616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23616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6768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768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¥4,746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6768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−6.2%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4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4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6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1.48倍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+8.0%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90032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90032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3184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3184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1.18%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3184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−1.6%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324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7324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639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639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639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45720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38912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438912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57200" y="472744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広告別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457200" y="5001768"/>
          <a:ext cx="7589520" cy="10376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61764"/>
                <a:gridCol w="1203217"/>
                <a:gridCol w="740441"/>
                <a:gridCol w="1018106"/>
                <a:gridCol w="832996"/>
                <a:gridCol w="832996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新規_カルーセル_人気5選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¥218,549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¥6,071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新規_動画_使い方15秒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¥211,844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¥4,237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1.37%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1.68倍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新規_静止画_レビュー訴求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¥210,366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¥4,293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1.05%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CPA¥4,746・ROAS1.48倍で、新規獲得の広告セットで最も良い成果です。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広告は新規_動画_使い方15秒（¥4,237）と静止画_レビュー訴求（¥4,293）が近く、カルーセル_人気5選は¥6,071と高めです。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広告セット：興味関心_キッチン雑貨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キャンペーン：新規獲得_コンバージョン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¥499,990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+8.1%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40408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40408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3560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3560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560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+38.6%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23616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23616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6768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768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¥6,329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6768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−22.0%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4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4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6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1.10倍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+28.4%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90032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90032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3184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3184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1.19%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3184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324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7324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639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639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639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45720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38912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438912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57200" y="472744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広告別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457200" y="5001768"/>
          <a:ext cx="7589520" cy="10376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61764"/>
                <a:gridCol w="1203217"/>
                <a:gridCol w="740441"/>
                <a:gridCol w="1018106"/>
                <a:gridCol w="832996"/>
                <a:gridCol w="832996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新規_静止画_レビュー訴求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¥170,706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¥6,566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1.09%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1.06倍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新規_動画_使い方15秒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¥166,876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¥5,563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新規_カルーセル_人気5選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¥162,408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¥7,061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CPA¥6,329（前月比−22.0%）で改善しましたが、新規獲得の広告セットで最も高い水準です。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広告は新規_動画_使い方15秒（¥5,563）が最も良く、カルーセル_人気5選は¥7,061です。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広告セット：ブロード_女性25-54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キャンペーン：新規獲得_コンバージョン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¥354,483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+34.5%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40408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40408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3560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3560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560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+58.3%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23616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23616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6768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768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¥6,219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6768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−15.1%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4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4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6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1.12倍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+15.3%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90032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90032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3184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3184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1.19%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3184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+11.2%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324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7324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639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639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639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−9.8%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45720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38912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438912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57200" y="472744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広告別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457200" y="5001768"/>
          <a:ext cx="7589520" cy="10376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61764"/>
                <a:gridCol w="1203217"/>
                <a:gridCol w="740441"/>
                <a:gridCol w="1018106"/>
                <a:gridCol w="832996"/>
                <a:gridCol w="832996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新規_静止画_レビュー訴求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¥143,869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¥7,572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0.95倍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新規_動画_使い方15秒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¥134,856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¥7,492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新規_UGC動画_9月新作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¥75,758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¥3,788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1.84倍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CPA¥6,219・ROAS1.12倍です。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新作のUGC動画は配信16日でCPA¥3,788と、既存の静止画（¥7,572）・動画（¥7,492）より低い水準です。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広告セット：サイト訪問_30日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キャンペーン：リターゲティング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¥204,603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+7.9%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40408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40408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3560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3560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560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+42.2%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23616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23616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6768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768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¥3,197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6768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−24.1%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4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4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6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2.34倍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+30.4%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90032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90032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3184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3184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1.49%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3184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324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7324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639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639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639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45720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38912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438912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57200" y="472744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広告別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457200" y="5001768"/>
          <a:ext cx="7589520" cy="10376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61764"/>
                <a:gridCol w="1203217"/>
                <a:gridCol w="740441"/>
                <a:gridCol w="1018106"/>
                <a:gridCol w="832996"/>
                <a:gridCol w="832996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RT_クーポン訴求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¥69,264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¥2,664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2.82倍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RT_レビュー動画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¥67,990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¥5,666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RT_動的_閲覧商品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¥67,349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¥2,590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1.94%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2.90倍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CPA¥3,197・ROAS2.34倍です。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動的_閲覧商品（¥2,590）とクーポン訴求（¥2,664）に対し、レビュー動画は¥5,666と高めです。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広告セット：カート放棄_7日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キャンペーン：リターゲティング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¥164,158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+10.2%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40408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40408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3560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3560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560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+31.7%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23616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23616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6768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768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¥1,978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6768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−16.3%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4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4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6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3.84倍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+20.2%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90032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90032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3184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3184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1.52%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3184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−1.5%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324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7324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639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639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639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45720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38912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438912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57200" y="472744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広告別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457200" y="5001768"/>
          <a:ext cx="7589520" cy="10376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61764"/>
                <a:gridCol w="1203217"/>
                <a:gridCol w="740441"/>
                <a:gridCol w="1018106"/>
                <a:gridCol w="832996"/>
                <a:gridCol w="832996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RT_クーポン訴求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¥55,010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¥1,618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4.72倍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RT_レビュー動画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¥54,627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¥3,642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2.07倍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RT_動的_閲覧商品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¥54,521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¥1,604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2.04%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4.73倍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CPA¥1,978・ROAS3.84倍で、購入目的の広告セットで最も良い成果です。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動的_閲覧商品（¥1,604）とクーポン訴求（¥1,618）がCPAランキングの最上位を占め、レビュー動画は¥3,642です。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広告セット：既存顧客_リピート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キャンペーン：リターゲティング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¥157,439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−7.1%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40408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40408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3560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3560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560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+9.7%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23616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23616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6768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768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¥2,315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6768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−15.3%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4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4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6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3.28倍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+16.1%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90032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90032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3184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3184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1.57%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3184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324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7324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639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639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639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−0.2%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45720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38912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438912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57200" y="472744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広告別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457200" y="5001768"/>
          <a:ext cx="7589520" cy="10376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61764"/>
                <a:gridCol w="1203217"/>
                <a:gridCol w="740441"/>
                <a:gridCol w="1018106"/>
                <a:gridCol w="832996"/>
                <a:gridCol w="832996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RT_動的_閲覧商品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¥60,288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¥1,884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1.90%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4.09倍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RT_レビュー動画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¥59,233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¥4,231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1.81倍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RT_クーポン訴求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¥37,918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¥1,724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4.30倍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CPA¥2,315・ROAS3.28倍です。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クーポン訴求（¥1,724・配信20日）と動的_閲覧商品（¥1,884）に対し、レビュー動画は¥4,231と高めです。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広告セット：ブロード_全国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キャンペーン：認知_動画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¥201,348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+8.0%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40408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40408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3560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3560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560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+66.7%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23616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23616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6768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768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¥13,423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6768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−35.2%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4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4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6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0.45倍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+58.7%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90032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90032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3184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3184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0.43%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3184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−0.0%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324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7324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639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639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639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45720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38912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438912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57200" y="472744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広告別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457200" y="5001768"/>
          <a:ext cx="7589520" cy="10376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61764"/>
                <a:gridCol w="1203217"/>
                <a:gridCol w="740441"/>
                <a:gridCol w="1018106"/>
                <a:gridCol w="832996"/>
                <a:gridCol w="832996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認知_季節の新商品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¥68,177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¥7,575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認知_ブランド紹介30秒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¥67,923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¥13,585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認知_職人インタビュー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¥65,248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¥65,248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0.39%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0.11倍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FFF4E5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5048" y="1316736"/>
            <a:ext cx="32122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所見：要確認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5048" y="1773936"/>
            <a:ext cx="3212287" cy="442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所見が未記入です（数字は表・グラフを参照）。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広告セット：興味関心_料理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キャンペーン：認知_動画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¥166,551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+6.8%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40408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40408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3560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3560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560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+75.0%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23616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23616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6768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768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¥23,793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6768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−39.0%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4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4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6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0.26倍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+50.4%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90032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90032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3184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3184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0.43%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3184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−1.6%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324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7324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639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639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¥146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639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45720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38912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438912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57200" y="472744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広告別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457200" y="5001768"/>
          <a:ext cx="7589520" cy="10376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61764"/>
                <a:gridCol w="1203217"/>
                <a:gridCol w="740441"/>
                <a:gridCol w="1018106"/>
                <a:gridCol w="832996"/>
                <a:gridCol w="832996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認知_季節の新商品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¥57,501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¥14,375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0.43倍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認知_職人インタビュー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¥55,501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0.00倍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認知_ブランド紹介30秒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¥53,549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¥17,850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0.34倍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FFF4E5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5048" y="1316736"/>
            <a:ext cx="32122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所見：要確認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5048" y="1773936"/>
            <a:ext cx="3212287" cy="442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所見が未記入です（数字は表・グラフを参照）。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広告セット：類似_サイト訪問者3%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キャンペーン：認知_動画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¥151,080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+7.1%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40408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40408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3560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3560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3560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+100.0%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23616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23616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6768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768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¥12,590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6768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−46.4%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4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4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6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0.51倍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+95.6%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90032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90032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3184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3184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0.44%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3184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+2.3%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3240" y="1481328"/>
            <a:ext cx="1173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73240" y="1481328"/>
            <a:ext cx="11734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6392" y="1572768"/>
            <a:ext cx="1027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6392" y="1810512"/>
            <a:ext cx="1027176" cy="4800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6392" y="2350008"/>
            <a:ext cx="1027176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−0.4%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45720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389120" y="276148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4389120" y="3017520"/>
          <a:ext cx="3657600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57200" y="472744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広告別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457200" y="5001768"/>
          <a:ext cx="7589520" cy="10376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61764"/>
                <a:gridCol w="1203217"/>
                <a:gridCol w="740441"/>
                <a:gridCol w="1018106"/>
                <a:gridCol w="832996"/>
                <a:gridCol w="832996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認知_職人インタビュー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¥51,634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¥25,817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0.39%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0.24倍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認知_ブランド紹介30秒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¥49,775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¥9,955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0.67倍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60541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認知_季節の新商品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¥49,671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¥9,934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0.50%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0.61倍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FFF4E5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5048" y="1316736"/>
            <a:ext cx="32122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所見：要確認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5048" y="1773936"/>
            <a:ext cx="3212287" cy="442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所見が未記入です（数字は表・グラフを参照）。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0972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945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0604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118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広告別　/　上位・下位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広告：新規_カルーセル_人気5選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新規獲得_コンバージョン ＞ 類似オーディエンス_購入者1%｜9/1〜9/30（配信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¥218,549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+11.9%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148,851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+10.6%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+4.2%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+16.1%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2.15%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+8.1%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¥6,071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−3.6%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1.14倍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+3.3%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CPA¥6,071・ROAS1.14倍で広告セット内で最も高く、消化金額は全広告で最多（¥218,549）です。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広告：新規_動画_使い方15秒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新規獲得_コンバージョン ＞ 類似オーディエンス_購入者1%｜9/1〜9/30（配信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¥211,844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+4.9%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146,085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+4.4%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1.37%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−1.6%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+6.4%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2.50%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+3.6%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¥4,237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−1.4%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1.68倍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+7.3%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CPA¥4,237・CV50件で、新規獲得の広告で最もCVが多い広告です。CTRも1.37%と広告セット内で最も高いです。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広告：新規_静止画_レビュー訴求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新規獲得_コンバージョン ＞ 類似オーディエンス_購入者1%｜9/1〜9/30（配信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¥210,366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+5.2%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147,131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+7.6%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1.05%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−2.9%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+22.5%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3.19%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+13.1%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¥4,293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−14.1%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1.62倍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+13.8%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CPA¥4,293・CV49件です。CTRは1.05%と広告セット内で最も低い一方、CVRは3.19%と最も高いです。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広告：新規_静止画_レビュー訴求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新規獲得_コンバージョン ＞ 興味関心_キッチン雑貨｜9/1〜9/30（配信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¥170,706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+12.0%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119,213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+12.4%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1.09%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+2.6%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+36.8%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2.01%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+18.7%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¥6,566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−18.1%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1.06倍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+20.9%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CPA¥6,566・ROAS1.06倍です。同じ静止画_レビュー訴求でも、類似オーディエンス_購入者1%（¥4,293）より高い水準です。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広告：新規_動画_使い方15秒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新規獲得_コンバージョン ＞ 興味関心_キッチン雑貨｜9/1〜9/30（配信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¥166,876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+8.2%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117,959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+11.3%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1.26%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+1.1%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−3.8%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+42.9%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2.01%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+27.0%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¥5,563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−24.3%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1.24倍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+32.9%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CPA¥5,563で広告セット内で最も良く、前月比−24.3%と改善しました。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広告：新規_カルーセル_人気5選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新規獲得_コンバージョン ＞ 興味関心_キッチン雑貨｜9/1〜9/30（配信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¥162,408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+4.2%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112,502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+5.4%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1.24%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−0.9%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−0.2%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+35.3%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1.65%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+29.6%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¥7,061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−23.0%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0.99倍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+31.1%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CPA¥7,061・ROAS0.99倍で広告セット内で最も高く、CVRも1.65%と最も低いです。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広告：新規_静止画_レビュー訴求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新規獲得_コンバージョン ＞ ブロード_女性25-54｜9/1〜9/30（配信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¥143,869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+10.6%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98,364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+10.6%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0.97%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−0.4%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+35.7%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1.98%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+22.3%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¥7,572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−18.5%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0.95倍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+18.4%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CPA¥7,572・ROAS0.95倍で、購入目的の広告の中で最もCPAが高い広告です。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広告：新規_動画_使い方15秒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新規獲得_コンバージョン ＞ ブロード_女性25-54｜9/1〜9/30（配信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¥134,856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93,425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−0.1%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1.18%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−18.2%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1.63%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−18.9%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¥7,492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+23.4%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0.91倍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−20.4%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CPA¥7,492で、前月比+23.4%と悪化しました。同じ動画クリエイティブの他の広告セット（¥4,237・¥5,563）より高い水準です。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広告：新規_UGC動画_9月新作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新規獲得_コンバージョン ＞ ブロード_女性25-54｜9/15〜9/30（配信 16日）｜今月から配信（前月なし）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¥75,758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52,968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1.62%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2.34%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¥3,788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1.84倍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5" name="Rectangle 44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今月からの新作で、配信16日でCV20件・CPA¥3,788と、新規獲得の広告で最もCPAが低いです。CTRも1.62%と最も高いです。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広告：RT_クーポン訴求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リターゲティング ＞ サイト訪問_30日｜9/1〜9/30（配信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¥69,264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+11.5%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30,766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+10.6%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1.56%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+36.8%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5.43%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+23.7%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¥2,664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−18.5%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2.82倍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+23.4%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CPA¥2,664・ROAS2.82倍で、前月比−18.5%と改善しました。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広告：RT_レビュー動画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リターゲティング ＞ サイト訪問_30日｜9/1〜9/30（配信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¥67,990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+8.4%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30,408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+8.2%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0.99%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+100.0%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3.99%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+86.7%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¥5,666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−45.8%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1.29倍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+74.8%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CPA¥5,666で、リターゲティングの広告の中で最もCPAが高い広告です。CTRも0.99%と低めです。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広告：RT_動的_閲覧商品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リターゲティング ＞ サイト訪問_30日｜9/1〜9/30（配信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¥67,349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30,335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+5.1%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1.94%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+30.0%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4.42%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+27.3%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¥2,590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−20.1%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2.90倍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+23.9%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CPA¥2,590・ROAS2.90倍で広告セット内で最も良く、CTRは1.94%です。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広告：RT_クーポン訴求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リターゲティング ＞ カート放棄_7日｜9/1〜9/30（配信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¥55,010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+9.0%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24,557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+9.0%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1.56%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+36.0%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8.88%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+28.2%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¥1,618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−19.8%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4.72倍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+26.9%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CPA¥1,618・ROAS4.72倍で、CPAランキングの上位です。CVRは8.88%と全広告で最も高いです。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広告：RT_レビュー動画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リターゲティング ＞ カート放棄_7日｜9/1〜9/30（配信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¥54,627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+11.0%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24,260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+7.8%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0.94%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−6.4%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+10.0%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+15.4%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6.55%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+14.4%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¥3,642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−3.8%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2.07倍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CPA¥3,642で、同じ広告セットの他の広告（¥1,604・¥1,618）より高い水準です。CTRは0.94%とリターゲティングの広告で最も低いです。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広告：RT_動的_閲覧商品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リターゲティング ＞ カート放棄_7日｜9/1〜9/30（配信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¥54,521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+10.7%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24,271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+11.3%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2.04%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+36.0%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6.85%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+20.9%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¥1,604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−18.6%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4.73倍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+24.6%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CPA¥1,604・ROAS4.73倍で、CPA・ROASとも全広告で最も良い広告です。CTRも2.04%と全広告で最も高いです。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広告：RT_動的_閲覧商品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リターゲティング ＞ 既存顧客_リピート｜9/1〜9/30（配信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¥60,288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+7.7%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27,004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+7.5%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1.90%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−0.7%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+52.4%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6.25%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+40.5%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¥1,884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−29.3%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4.09倍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+42.4%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CPA¥1,884・ROAS4.09倍で、前月比−29.3%と改善しました。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広告：RT_レビュー動画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リターゲティング ＞ 既存顧客_リピート｜9/1〜9/30（配信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¥59,233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26,243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+6.1%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1.18%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−1.1%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+16.7%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4.52%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+9.9%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¥4,231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−10.0%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1.81倍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+8.5%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CPA¥4,231で、同じ広告セットの他の広告（¥1,724・¥1,884）より高い水準です。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広告：RT_クーポン訴求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リターゲティング ＞ 既存顧客_リピート｜9/1〜9/20（配信 20日）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¥37,918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−33.5%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16,890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−34.5%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1.67%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−0.5%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−24.1%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7.80%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+13.5%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¥1,724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−12.3%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4.30倍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+9.4%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配信20日でCV22件・CPA¥1,724と、CPAランキングの上位です。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広告：認知_季節の新商品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認知_動画 ＞ ブロード_全国｜9/1〜9/30（配信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¥68,177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+10.3%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108,477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+9.4%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0.49%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−0.2%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+125.0%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1.68%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+106.1%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¥7,575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−51.0%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0.79倍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+115.9%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FFF4E5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5048" y="1316736"/>
            <a:ext cx="32122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所見：要確認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5048" y="1773936"/>
            <a:ext cx="3212287" cy="442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所見が未記入です（数字は表・グラフを参照）。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広告：認知_ブランド紹介30秒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認知_動画 ＞ ブロード_全国｜9/1〜9/30（配信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¥67,923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+8.1%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110,365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+9.5%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0.41%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+150.0%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1.10%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+133.0%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¥13,585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−56.8%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0.44倍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+117.7%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FFF4E5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5048" y="1316736"/>
            <a:ext cx="32122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所見：要確認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5048" y="1773936"/>
            <a:ext cx="3212287" cy="442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所見が未記入です（数字は表・グラフを参照）。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広告：認知_職人インタビュー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認知_動画 ＞ ブロード_全国｜9/1〜9/30（配信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¥65,248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+5.6%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105,871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+5.1%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0.39%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−66.7%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0.24%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−68.9%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¥65,248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+216.7%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0.11倍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−62.2%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FFF4E5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5048" y="1316736"/>
            <a:ext cx="32122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所見：要確認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5048" y="1773936"/>
            <a:ext cx="3212287" cy="442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所見が未記入です（数字は表・グラフを参照）。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広告：認知_季節の新商品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認知_動画 ＞ 興味関心_料理｜9/1〜9/30（配信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¥57,501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+12.6%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92,447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+11.7%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0.44%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−2.9%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+3.9%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+100.0%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0.98%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+84.4%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¥14,375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−43.7%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0.43倍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+62.5%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FFF4E5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5048" y="1316736"/>
            <a:ext cx="32122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所見：要確認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5048" y="1773936"/>
            <a:ext cx="3212287" cy="442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所見が未記入です（数字は表・グラフを参照）。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広告：認知_職人インタビュー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認知_動画 ＞ 興味関心_料理｜9/1〜9/30（配信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¥55,501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+4.3%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88,290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0.41%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−0.3%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+1.1%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0.00倍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FFF4E5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5048" y="1316736"/>
            <a:ext cx="32122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所見：要確認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5048" y="1773936"/>
            <a:ext cx="3212287" cy="442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所見が未記入です（数字は表・グラフを参照）。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広告：認知_ブランド紹介30秒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認知_動画 ＞ 興味関心_料理｜9/1〜9/30（配信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¥53,549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86,123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0.44%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+50.0%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0.80%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+49.6%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¥17,850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−30.9%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0.34倍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+32.6%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FFF4E5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5048" y="1316736"/>
            <a:ext cx="32122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所見：要確認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5048" y="1773936"/>
            <a:ext cx="3212287" cy="442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所見が未記入です（数字は表・グラフを参照）。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広告：認知_職人インタビュー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認知_動画 ＞ 類似_サイト訪問者3%｜9/1〜9/30（配信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¥51,634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+8.6%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81,988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+4.5%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0.39%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+0.7%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+100.0%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0.63%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+85.5%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¥25,817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−45.7%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0.24倍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+95.4%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FFF4E5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5048" y="1316736"/>
            <a:ext cx="32122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所見：要確認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5048" y="1773936"/>
            <a:ext cx="3212287" cy="442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所見が未記入です（数字は表・グラフを参照）。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広告：認知_ブランド紹介30秒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認知_動画 ＞ 類似_サイト訪問者3%｜9/1〜9/30（配信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¥49,775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+3.8%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79,736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+2.2%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0.43%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+5.0%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−3.2%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+150.0%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1.47%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+133.0%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¥9,955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−58.5%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0.67倍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+147.2%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FFF4E5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5048" y="1316736"/>
            <a:ext cx="32122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所見：要確認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5048" y="1773936"/>
            <a:ext cx="3212287" cy="442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所見が未記入です（数字は表・グラフを参照）。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広告：認知_季節の新商品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認知_動画 ＞ 類似_サイト訪問者3%｜9/1〜9/30（配信 30日）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¥49,671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+9.1%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1156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1156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4308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インプレッション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4308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80,937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4308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+9.3%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CTR（リンク）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−1.4%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9068" y="1481328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9068" y="1481328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1572768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CPC（リンク）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1810512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2299716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C62828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+1.3%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CV（購入）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+66.7%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1156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91156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4308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CVR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8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1.24%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4308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+54.7%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8264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8264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¥9,934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−34.5%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9068" y="2720340"/>
            <a:ext cx="1787652" cy="10927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9068" y="2720340"/>
            <a:ext cx="178765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2220" y="2811780"/>
            <a:ext cx="16413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ROAS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2220" y="3049524"/>
            <a:ext cx="1641348" cy="458937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0.61倍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220" y="3538728"/>
            <a:ext cx="164134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lang="ja-JP">
                <a:solidFill>
                  <a:srgbClr val="2E7D32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前月比 +59.1%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消化金額（9月）</a:t>
            </a:r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5720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4389120" y="399592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日別 CV（購入）（9月）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4389120" y="4251960"/>
          <a:ext cx="3657600" cy="20208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3" name="Rectangle 5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FFF4E5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5048" y="1316736"/>
            <a:ext cx="321228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所見：要確認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5048" y="1773936"/>
            <a:ext cx="3212287" cy="442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所見が未記入です（数字は表・グラフを参照）。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上位・下位クリエイティブ（CPA）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CPAが良い広告 TOP5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81328"/>
          <a:ext cx="5501488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2128"/>
                <a:gridCol w="1410638"/>
                <a:gridCol w="1340106"/>
                <a:gridCol w="811117"/>
                <a:gridCol w="352659"/>
                <a:gridCol w="670053"/>
                <a:gridCol w="634787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#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広告セット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RT_動的_閲覧商品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カート放棄_7日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¥54,521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¥1,604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4.73倍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RT_クーポン訴求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カート放棄_7日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¥55,010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¥1,618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4.72倍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RT_クーポン訴求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既存顧客_リピート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¥37,918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¥1,724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4.30倍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RT_動的_閲覧商品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既存顧客_リピート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¥60,288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¥1,884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4.09倍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RT_動的_閲覧商品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サイト訪問_30日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¥67,349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¥2,590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2.90倍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33007" y="120700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CPAが悪い広告 WORST5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33007" y="1481328"/>
          <a:ext cx="5501488" cy="24803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2128"/>
                <a:gridCol w="1410638"/>
                <a:gridCol w="1340106"/>
                <a:gridCol w="811117"/>
                <a:gridCol w="352659"/>
                <a:gridCol w="670053"/>
                <a:gridCol w="634787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#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広告セット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認知_ブランド紹介30秒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興味関心_料理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¥53,549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¥17,850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0.34倍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認知_季節の新商品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興味関心_料理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¥57,501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¥14,375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0.43倍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認知_ブランド紹介30秒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ブロード_全国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¥67,923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¥13,585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認知_ブランド紹介30秒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類似_サイト訪問者3%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¥49,775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¥9,955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0.67倍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認知_季節の新商品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類似_サイト訪問者3%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¥49,671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¥9,934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0.61倍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034790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※ CV が 3件以上の広告だけを対象（CVが少ない広告のCPAはぶれが大きいため）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54830"/>
            <a:ext cx="11277295" cy="1936242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354830"/>
            <a:ext cx="54864" cy="193624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46270"/>
            <a:ext cx="11048695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66310"/>
            <a:ext cx="11002975" cy="143332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CPAの上位はリターゲティングの動的_閲覧商品とクーポン訴求が占め、最も良いのはRT_動的_閲覧商品（カート放棄_7日・¥1,604）です。レビュー動画はどの広告セットでも他の訴求よりCPAが高いです。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新規獲得では新規_UGC動画_9月新作（¥3,788）が最上位です。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下位は認知_動画の広告ですが、リーチ目的のためCPAでは評価しません。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クリエイティブ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上位・下位クリエイティブ（消化金額・CV 0件）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 TOP10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81328"/>
          <a:ext cx="5501488" cy="40187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1516"/>
                <a:gridCol w="1571854"/>
                <a:gridCol w="1643301"/>
                <a:gridCol w="857375"/>
                <a:gridCol w="392963"/>
                <a:gridCol w="714479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#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広告セット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新規_カルーセル_人気5選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類似オーディエンス_購入者1%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¥218,549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¥6,071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新規_動画_使い方15秒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類似オーディエンス_購入者1%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¥211,844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¥4,237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新規_静止画_レビュー訴求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類似オーディエンス_購入者1%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¥210,366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¥4,293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新規_静止画_レビュー訴求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興味関心_キッチン雑貨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¥170,706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¥6,566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新規_動画_使い方15秒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興味関心_キッチン雑貨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¥166,876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¥5,563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新規_カルーセル_人気5選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興味関心_キッチン雑貨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¥162,408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¥7,061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新規_静止画_レビュー訴求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ブロード_女性25-54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¥143,869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¥7,572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新規_動画_使い方15秒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ブロード_女性25-54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¥134,856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¥7,492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新規_UGC動画_9月新作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ブロード_女性25-54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¥75,758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¥3,788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RT_クーポン訴求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サイト訪問_30日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¥69,264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¥2,664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33007" y="1207008"/>
            <a:ext cx="550148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消化はあるが CV 0件の広告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33007" y="1481328"/>
          <a:ext cx="5501487" cy="548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1405"/>
                <a:gridCol w="1522424"/>
                <a:gridCol w="1591625"/>
                <a:gridCol w="830413"/>
                <a:gridCol w="692011"/>
                <a:gridCol w="553609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#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広告セット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IMP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認知_職人インタビュー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興味関心_料理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¥55,501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88,290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0972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945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0604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オーディエンス・配信面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118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年齢×性別　/　配置　/　デバイス　/　地域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オーディエンス・配信面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年齢×性別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年齢×性別 消化金額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81328"/>
          <a:ext cx="758952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813048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年齢×性別 CPA（CV 0件は空白）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4087368"/>
          <a:ext cx="758952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35-44 女性（CPA¥3,596）と45-54 女性（¥3,629）がCPAが低く、CVも最も多い層です。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性別では女性のCPA¥4,232に対し男性は¥6,706です。年齢では18-24が¥9,791と最も高い層です。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値は認知目的を含む全キャンペーンの合算です。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オーディエンス・配信面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年齢×性別（明細）（1/2）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※ 全キャンペーンの合算（目的の違うキャンペーンを含む）。CPA は 消化金額 ÷ 購入。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27048"/>
          <a:ext cx="11277297" cy="4114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35670"/>
                <a:gridCol w="920596"/>
                <a:gridCol w="1495968"/>
                <a:gridCol w="1035670"/>
                <a:gridCol w="1495968"/>
                <a:gridCol w="1035670"/>
                <a:gridCol w="920596"/>
                <a:gridCol w="1035670"/>
                <a:gridCol w="1265819"/>
                <a:gridCol w="103567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年齢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性別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構成比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IMP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18-24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女性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¥128,534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5.1%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109,675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1.00%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¥8,033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18-24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男性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¥75,170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63,005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¥12,528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0.57倍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18-24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不明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¥11,691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9,559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0.00%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0.46倍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25-34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女性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¥362,337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14.3%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299,072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1.03%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2.50%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¥4,706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1.53倍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25-34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男性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¥165,334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6.5%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135,637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1.81%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¥7,873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25-34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不明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¥15,637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12,806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2.06%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¥7,818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35-44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女性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¥456,731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18.0%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385,809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127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3.45%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¥3,596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1.99倍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35-44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男性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¥222,297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8.8%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179,595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2.31%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¥5,850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1.25倍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35-44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不明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¥17,245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13,833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1.87%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¥8,622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45-54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女性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¥424,593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16.7%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346,348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3.55%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¥3,629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1.98倍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45-54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男性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¥176,274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6.9%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148,552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2.47%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¥5,509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45-54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不明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¥13,641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11,396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2.38%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¥6,820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55-64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女性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¥216,344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8.5%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180,533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2.75%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¥4,917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1.46倍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55-64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男性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¥101,735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82,145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1.95%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¥7,267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1.03倍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オーディエンス・配信面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年齢×性別（明細）（2/2）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※ 全キャンペーンの合算（目的の違うキャンペーンを含む）。CPA は 消化金額 ÷ 購入。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27048"/>
          <a:ext cx="11277297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35670"/>
                <a:gridCol w="920596"/>
                <a:gridCol w="1495968"/>
                <a:gridCol w="1035670"/>
                <a:gridCol w="1495968"/>
                <a:gridCol w="1035670"/>
                <a:gridCol w="920596"/>
                <a:gridCol w="1035670"/>
                <a:gridCol w="1265819"/>
                <a:gridCol w="103567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年齢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性別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構成比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IMP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55-64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不明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¥7,312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6,014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0.00%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65+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女性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¥83,150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69,886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2.40%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¥5,939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65+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男性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¥57,151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47,195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2.12%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¥7,144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0.85倍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65+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不明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¥5,235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4,406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0.00%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0.58倍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オーディエンス・配信面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配置別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消化金額（上位10）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81328"/>
          <a:ext cx="3657600" cy="47640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9120" y="12070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CPA（CV 0件は空白）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389120" y="1481328"/>
          <a:ext cx="3657600" cy="47640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Instagram フィード（消化金額の24.9%・CPA¥3,579）とFacebook フィード（22.0%・¥3,636）が主力で、CPAも低い水準です。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Audience Network（¥23,935）とFacebook インストリーム動画（¥13,172）はCPAが高めです。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値は認知目的を含む全キャンペーンの合算です。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オーディエンス・配信面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配置別（明細）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※ 全キャンペーンの合算（目的の違うキャンペーンを含む）。CPA は 消化金額 ÷ 購入。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27048"/>
          <a:ext cx="11277293" cy="320281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96920"/>
                <a:gridCol w="1241537"/>
                <a:gridCol w="827691"/>
                <a:gridCol w="1241537"/>
                <a:gridCol w="827691"/>
                <a:gridCol w="827691"/>
                <a:gridCol w="724230"/>
                <a:gridCol w="827691"/>
                <a:gridCol w="1034614"/>
                <a:gridCol w="827691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配置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構成比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IMP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CPC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Instagram フィード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¥633,540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24.9%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523,442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¥110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177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3.07%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¥3,579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2.00倍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Facebook フィード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¥559,987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22.0%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450,499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1.04%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3.30%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¥3,636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1.98倍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Instagram ストーリーズ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¥381,753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15.0%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328,121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¥152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2.46%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¥6,157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Instagram リール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¥362,121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14.3%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305,184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2.19%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¥6,138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1.16倍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59613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Audience Network ネイティブ、バナー、インタースティシャル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¥143,610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5.7%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118,237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¥174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¥23,935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0.30倍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Facebook リール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¥139,530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5.5%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114,695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2.04%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¥6,976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1.00倍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Facebook インストリーム動画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¥105,379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88,489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0.59%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¥13,172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Facebook Marketplace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¥85,890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71,041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2.53%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¥5,052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1.45倍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Instagram 発見タブ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¥80,021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64,914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2.35%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¥5,716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Messenger 受信箱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¥48,580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40,844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0.59%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¥203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¥16,193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0.51倍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オーディエンス・配信面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デバイス別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消化金額の構成比（%）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81328"/>
          <a:ext cx="365760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9120" y="12070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CPA（CV 0件は空白）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389120" y="1481328"/>
          <a:ext cx="365760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041648"/>
          <a:ext cx="7589520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58547"/>
                <a:gridCol w="1203217"/>
                <a:gridCol w="832996"/>
                <a:gridCol w="740441"/>
                <a:gridCol w="647886"/>
                <a:gridCol w="740441"/>
                <a:gridCol w="925551"/>
                <a:gridCol w="740441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デバイス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構成比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iPhone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¥1,532,805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60.3%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345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2.79%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¥4,443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Androidスマートフォン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¥739,508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29.1%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2.27%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¥6,012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デスクトップ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¥131,488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5.2%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3.59%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¥4,534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1.55倍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iPad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¥90,929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2.73%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¥5,349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1.35倍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Androidタブレット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¥45,681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2.03%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¥7,614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iPhoneが消化金額の60.3%を占め、CPA¥4,443・ROAS1.61倍です。Androidスマートフォン（29.1%）はCPA¥6,012とiPhoneより高めです。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デスクトップはCVR3.59%と最も高い一方、消化金額は5.2%です。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値は認知目的を含む全キャンペーンの合算です。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オーディエンス・配信面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地域別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消化金額（上位10）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481328"/>
          <a:ext cx="3657600" cy="47640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9120" y="12070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CPA（CV 0件は空白）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389120" y="1481328"/>
          <a:ext cx="3657600" cy="47640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47888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298448"/>
            <a:ext cx="3258007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618488"/>
            <a:ext cx="3212287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東京都が消化金額の20.6%を占め、CPA¥4,028・ROAS1.79倍と地域別で最も良い水準です。神奈川県（¥4,319）・兵庫県（¥4,332）も低めです。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「その他」は消化金額の13.7%でCPA¥6,835と高く、含まれる地域は要確認です。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値は認知目的を含む全キャンペーンの合算です。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オーディエンス・配信面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地域別（明細）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※ 全キャンペーンの合算（目的の違うキャンペーンを含む）。CPA は 消化金額 ÷ 購入。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27048"/>
          <a:ext cx="11277293" cy="4114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96920"/>
                <a:gridCol w="1241537"/>
                <a:gridCol w="827691"/>
                <a:gridCol w="1241537"/>
                <a:gridCol w="827691"/>
                <a:gridCol w="827691"/>
                <a:gridCol w="724230"/>
                <a:gridCol w="827691"/>
                <a:gridCol w="1034614"/>
                <a:gridCol w="827691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地域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構成比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IMP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CPC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東京都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¥523,613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20.6%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442,143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3.04%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¥4,028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1.79倍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その他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¥348,593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13.7%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289,999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2.06%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¥6,835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1.06倍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大阪府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¥268,833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10.6%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225,592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2.72%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¥4,716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1.53倍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神奈川県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¥254,805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10.0%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210,916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2.97%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¥4,319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1.65倍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埼玉県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¥188,477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7.4%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154,363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2.55%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¥5,235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1.36倍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愛知県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¥176,665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146,039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2.51%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¥5,353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1.38倍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千葉県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¥160,935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6.3%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130,405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2.58%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¥5,191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1.39倍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北海道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¥132,673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5.2%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107,948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2.33%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¥5,768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兵庫県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¥121,288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97,122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2.94%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¥4,332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福岡県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¥115,023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95,497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2.45%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¥5,228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京都府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¥77,195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62,668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2.78%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¥4,541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静岡県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¥68,788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56,744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2.54%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¥5,291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1.32倍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広島県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¥55,981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46,089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2.63%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¥5,089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1.31倍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宮城県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¥47,542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39,941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0.88%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2.56%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¥5,282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0972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945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0604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所見と次月施策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118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所見・課題　/　次月施策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所見と次月施策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所見・課題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75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77295" cy="508406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54864" cy="5084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11048695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今月の所見・課題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18488"/>
            <a:ext cx="11002975" cy="4581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・目標未達: CPA¥4,885（目標¥4,500）、ROAS1.47倍（目標1.50倍）、CTR0.93%（目標1.00%）です。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・新規獲得はCPA¥5,517と目標より高く、消化金額が最も多いため全体のCPAを押し上げています。特に興味関心_キッチン雑貨（¥6,329）とブロード_女性25-54（¥6,219）が高めです。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・リターゲティングのレビュー動画は、どの広告セットでも他の訴求よりCPAが高いです。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・配置ではAudience Network（¥23,935）とFacebook インストリーム動画（¥13,172）のCPAが高めです（全キャンペーン合算）。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・認知_動画の評価指標（目標値）が未設定です。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・9/19(土)・9/20(日)の成果の山と9/28(月)の谷の要因は、記録がなく要確認です。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所見と次月施策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次月施策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76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7589520" cy="5084064"/>
          </a:xfrm>
          <a:prstGeom prst="rect">
            <a:avLst/>
          </a:prstGeom>
          <a:solidFill>
            <a:srgbClr val="FFF4E5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16736"/>
            <a:ext cx="7315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所見：要確認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73936"/>
            <a:ext cx="7315200" cy="442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所見が未記入です（数字は表・グラフを参照）。</a:t>
            </a:r>
          </a:p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参照できる記録:</a:t>
            </a:r>
          </a:p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・2026-09/minutes/2026-09-03_月次定例.md</a:t>
            </a:r>
          </a:p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・2026-09/minutes/2026-09-17_月次定例2回目.md</a:t>
            </a:r>
          </a:p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・2026-09/proposals/2026-09-03_上位20品目の発注点設定.md</a:t>
            </a:r>
          </a:p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・2026-09/proposals/2026-09-03_動いていない在庫の洗い出し.md</a:t>
            </a:r>
          </a:p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・2026-09/proposals/2026-09-03_季節商品のシーズン前計画.md</a:t>
            </a:r>
          </a:p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・2026-09/qa/2026-09-08_季節商品の在庫の置き場所.md</a:t>
            </a:r>
          </a:p>
          <a:p>
            <a:pPr algn="l">
              <a:lnSpc>
                <a:spcPct val="115000"/>
              </a:lnSpc>
            </a:pPr>
            <a:r>
              <a:rPr sz="1000" b="0" lang="ja-JP">
                <a:solidFill>
                  <a:srgbClr val="B35C00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・2026-09/qa/2026-09-12_出荷数データの期間.md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7888" y="1207008"/>
            <a:ext cx="3486607" cy="508406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1298448"/>
            <a:ext cx="3212287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参照できる記録（今月）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1664208"/>
            <a:ext cx="3212287" cy="45354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・2026-09-03_月次定例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・2026-09-17_月次定例2回目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・2026-09-03_上位20品目の発注点設定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・2026-09-03_動いていない在庫の洗い出し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・2026-09-03_季節商品のシーズン前計画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・2026-09-08_季節商品の在庫の置き場所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lang="ja-JP">
                <a:solidFill>
                  <a:srgbClr val="26262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・2026-09-12_出荷数データの期間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09728" cy="1737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945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0604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 lang="ja-JP">
                <a:solidFill>
                  <a:srgbClr val="FFFFFF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118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lang="ja-JP">
                <a:solidFill>
                  <a:srgbClr val="C9D6EA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明細　/　用語定義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Appendix：キャンペーン・広告セット別 明細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78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07008"/>
          <a:ext cx="11277293" cy="3566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43016"/>
                <a:gridCol w="1137206"/>
                <a:gridCol w="1042439"/>
                <a:gridCol w="947672"/>
                <a:gridCol w="758137"/>
                <a:gridCol w="758137"/>
                <a:gridCol w="758137"/>
                <a:gridCol w="663370"/>
                <a:gridCol w="758137"/>
                <a:gridCol w="852905"/>
                <a:gridCol w="758137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キャンペーン／広告セット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IMP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リンククリック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CPC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CPM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新規獲得_コンバージョン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¥1,495,232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1,036,498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12,309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¥1,443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2.20%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¥5,517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　類似オーディエンス_購入者1%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¥640,759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442,067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5,215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¥1,449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2.59%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¥4,746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1.48倍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　興味関心_キッチン雑貨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¥499,990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349,674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4,178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¥1,430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1.89%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¥6,329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　ブロード_女性25-54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¥354,483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244,757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2,916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¥1,448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1.95%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¥6,219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リターゲティング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¥526,200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234,734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3,580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¥2,242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6.01%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¥2,447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3.09倍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　サイト訪問_30日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¥204,603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91,509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1,368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1.49%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¥2,236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4.68%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¥3,197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2.34倍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　カート放棄_7日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¥164,158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73,088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1,108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¥2,246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7.49%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¥1,978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3.84倍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　既存顧客_リピート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¥157,439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70,137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1,104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¥2,245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6.16%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¥2,315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3.28倍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¥518,979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834,234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3,605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¥622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¥15,264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EAF1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　ブロード_全国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¥201,348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324,713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1,401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1.07%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¥13,423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0.45倍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　興味関心_料理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¥166,551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266,860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1,144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¥624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0.61%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¥23,793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0.26倍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　類似_サイト訪問者3%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¥151,080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242,661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1,060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¥12,590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0.51倍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Appendix：広告別 明細（1/2）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79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07008"/>
          <a:ext cx="11277295" cy="461543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70815"/>
                <a:gridCol w="1864016"/>
                <a:gridCol w="2050417"/>
                <a:gridCol w="1025209"/>
                <a:gridCol w="932008"/>
                <a:gridCol w="932008"/>
                <a:gridCol w="652405"/>
                <a:gridCol w="559205"/>
                <a:gridCol w="838807"/>
                <a:gridCol w="652405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キャンペーン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広告セット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IMP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リンククリック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新規獲得_コンバージョン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類似オーディエンス_購入者1%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新規_カルーセル_人気5選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¥218,549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148,851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1,673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¥6,071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新規獲得_コンバージョン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類似オーディエンス_購入者1%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新規_動画_使い方15秒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¥211,844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146,085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2,004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1.37%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¥4,237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1.68倍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新規獲得_コンバージョン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類似オーディエンス_購入者1%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新規_静止画_レビュー訴求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¥210,366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147,131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1,538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1.05%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¥4,293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新規獲得_コンバージョン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興味関心_キッチン雑貨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新規_静止画_レビュー訴求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¥170,706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119,213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1,295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1.09%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¥6,566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1.06倍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新規獲得_コンバージョン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興味関心_キッチン雑貨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新規_動画_使い方15秒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¥166,876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117,959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1,492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¥5,563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新規獲得_コンバージョン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興味関心_キッチン雑貨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新規_カルーセル_人気5選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¥162,408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112,502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1,391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¥7,061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新規獲得_コンバージョン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ブロード_女性25-54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新規_静止画_レビュー訴求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¥143,869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98,364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958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¥7,572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0.95倍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新規獲得_コンバージョン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ブロード_女性25-54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新規_動画_使い方15秒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¥134,856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93,425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1,102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¥7,492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新規獲得_コンバージョン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ブロード_女性25-54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新規_UGC動画_9月新作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¥75,758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52,968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856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¥3,788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1.84倍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リターゲティング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サイト訪問_30日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RT_クーポン訴求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¥69,264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30,766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479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¥2,664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2.82倍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リターゲティング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サイト訪問_30日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RT_レビュー動画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¥67,990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30,408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¥5,666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1.29倍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リターゲティング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サイト訪問_30日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RT_動的_閲覧商品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¥67,349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30,335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1.94%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¥2,590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2.90倍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リターゲティング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カート放棄_7日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RT_クーポン訴求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¥55,010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24,557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383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1.56%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¥1,618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4.72倍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リターゲティング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カート放棄_7日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RT_レビュー動画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¥54,627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24,260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229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0.94%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¥3,642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2.07倍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Appendix：広告別 明細（2/2）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80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07008"/>
          <a:ext cx="11277295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70815"/>
                <a:gridCol w="1864016"/>
                <a:gridCol w="2050417"/>
                <a:gridCol w="1025209"/>
                <a:gridCol w="932008"/>
                <a:gridCol w="932008"/>
                <a:gridCol w="652405"/>
                <a:gridCol w="559205"/>
                <a:gridCol w="838807"/>
                <a:gridCol w="652405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キャンペーン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広告セット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広告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IMP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リンククリック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リターゲティング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カート放棄_7日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RT_動的_閲覧商品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¥54,521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24,271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496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2.04%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¥1,604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4.73倍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リターゲティング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既存顧客_リピート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RT_動的_閲覧商品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¥60,288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27,004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512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1.90%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¥1,884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4.09倍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リターゲティング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既存顧客_リピート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RT_レビュー動画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¥59,233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26,243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310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1.18%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¥4,231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1.81倍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リターゲティング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既存顧客_リピート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RT_クーポン訴求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¥37,918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16,890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282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1.67%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¥1,724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4.30倍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ブロード_全国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認知_季節の新商品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¥68,177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108,477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¥7,575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0.79倍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ブロード_全国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認知_ブランド紹介30秒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¥67,923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110,365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456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¥13,585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ブロード_全国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認知_職人インタビュー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¥65,248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105,871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410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0.39%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¥65,248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0.11倍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興味関心_料理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認知_季節の新商品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¥57,501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92,447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410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¥14,375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0.43倍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興味関心_料理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認知_職人インタビュー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¥55,501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88,290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358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0.00倍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興味関心_料理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認知_ブランド紹介30秒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¥53,549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86,123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376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¥17,850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0.34倍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類似_サイト訪問者3%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認知_職人インタビュー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¥51,634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81,988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0.39%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¥25,817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0.24倍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類似_サイト訪問者3%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認知_ブランド紹介30秒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¥49,775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79,736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339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0.43%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¥9,955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0.67倍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認知_動画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類似_サイト訪問者3%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認知_季節の新商品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¥49,671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80,937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404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0.50%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¥9,934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0.61倍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Appendix：用語定義（1/2）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81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07008"/>
          <a:ext cx="11277295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4167"/>
                <a:gridCol w="8903128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指標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定義（計算式）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エクスポートの消化金額の合計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インプレッション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合計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リーチ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期間合計エクスポートの値。無い場合は日別の合算（重複を含む参考値）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フリークエンシー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インプレッション ÷ リーチ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リンククリック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合計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クリック（すべて）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合計（いいね・プロフィールのクリック等も含む）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CTR（リンク）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リンククリック ÷ インプレッション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CTR（すべて）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クリック（すべて）÷ インプレッション（リンクCTRとは別物）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CPC（リンク）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 ÷ リンククリック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CPM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 ÷ インプレッション × 1000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CV（購入）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「購入」列の合計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CV ÷ リンククリック（分母はリンククリック）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CPA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 ÷ CV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購入金額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購入のコンバージョン値の合計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ROAS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購入金額（コンバージョン値）÷ 消化金額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lang="ja-JP">
                <a:solidFill>
                  <a:srgbClr val="2E75B6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1277295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lang="ja-JP">
                <a:solidFill>
                  <a:srgbClr val="1F3864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Appendix：用語定義（2/2）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228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サンプル商事 様｜2026年9月 広告運用レポート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37376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lang="ja-JP">
                <a:solidFill>
                  <a:srgbClr val="6B6B6B"/>
                </a:solidFill>
                <a:latin typeface="游ゴシック" panose="020B0400000000000000" pitchFamily="34"/>
                <a:ea typeface="游ゴシック" panose="020B0400000000000000" pitchFamily="34" charset="-128"/>
              </a:rPr>
              <a:t>82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07008"/>
          <a:ext cx="11277295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4167"/>
                <a:gridCol w="8903128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指標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ja-JP">
                          <a:solidFill>
                            <a:srgbClr val="FFFFFF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定義（計算式）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1F3864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平均購入単価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購入金額 ÷ 購入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結果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合計（結果インジケーターが同じ範囲だけ。種類が混ざる範囲では算出しない）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結果の単価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消化金額 ÷ 結果（結果インジケーターが同じ範囲だけ）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前月比（増減率）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（今月 − 前月）÷ 前月。比率の指標の差分は pt（ポイント）で表示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※（参考値）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ja-JP">
                          <a:solidFill>
                            <a:srgbClr val="262626"/>
                          </a:solidFill>
                          <a:latin typeface="游ゴシック" panose="020B0400000000000000" pitchFamily="34"/>
                          <a:ea typeface="游ゴシック" panose="020B0400000000000000" pitchFamily="34" charset="-128"/>
                        </a:rPr>
                        <a:t>足し算できない値（リーチ等）を日別・内訳で合算したもの。重複を含む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游ゴシック"/>
        <a:ea typeface="游ゴシック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游ゴシック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